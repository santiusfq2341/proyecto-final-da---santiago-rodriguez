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70" r:id="rId10"/>
    <p:sldId id="271" r:id="rId11"/>
    <p:sldId id="264" r:id="rId12"/>
    <p:sldId id="265" r:id="rId13"/>
    <p:sldId id="266" r:id="rId14"/>
    <p:sldId id="267" r:id="rId15"/>
    <p:sldId id="268" r:id="rId16"/>
    <p:sldId id="269"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B82937-3242-4C4A-AC8F-03BA7A259A09}" v="3" dt="2025-10-18T05:26:53.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tiago Paúl Rodríguez Chico" userId="ea37e2fd-e349-4e79-9b98-b094330da882" providerId="ADAL" clId="{F473E878-23BB-4C6D-9B5E-1E237C2DB0A9}"/>
    <pc:docChg chg="undo custSel addSld delSld modSld">
      <pc:chgData name="Santiago Paúl Rodríguez Chico" userId="ea37e2fd-e349-4e79-9b98-b094330da882" providerId="ADAL" clId="{F473E878-23BB-4C6D-9B5E-1E237C2DB0A9}" dt="2025-10-18T14:07:48.585" v="1169" actId="20577"/>
      <pc:docMkLst>
        <pc:docMk/>
      </pc:docMkLst>
      <pc:sldChg chg="addSp delSp modSp mod setBg addAnim">
        <pc:chgData name="Santiago Paúl Rodríguez Chico" userId="ea37e2fd-e349-4e79-9b98-b094330da882" providerId="ADAL" clId="{F473E878-23BB-4C6D-9B5E-1E237C2DB0A9}" dt="2025-10-18T05:20:57.942" v="3" actId="26606"/>
        <pc:sldMkLst>
          <pc:docMk/>
          <pc:sldMk cId="2539260374" sldId="256"/>
        </pc:sldMkLst>
        <pc:spChg chg="mod">
          <ac:chgData name="Santiago Paúl Rodríguez Chico" userId="ea37e2fd-e349-4e79-9b98-b094330da882" providerId="ADAL" clId="{F473E878-23BB-4C6D-9B5E-1E237C2DB0A9}" dt="2025-10-18T05:20:57.942" v="3" actId="26606"/>
          <ac:spMkLst>
            <pc:docMk/>
            <pc:sldMk cId="2539260374" sldId="256"/>
            <ac:spMk id="2" creationId="{5814FF8E-04A9-959B-D871-C64AAE37487C}"/>
          </ac:spMkLst>
        </pc:spChg>
        <pc:spChg chg="mod">
          <ac:chgData name="Santiago Paúl Rodríguez Chico" userId="ea37e2fd-e349-4e79-9b98-b094330da882" providerId="ADAL" clId="{F473E878-23BB-4C6D-9B5E-1E237C2DB0A9}" dt="2025-10-18T05:20:29.056" v="0" actId="26606"/>
          <ac:spMkLst>
            <pc:docMk/>
            <pc:sldMk cId="2539260374" sldId="256"/>
            <ac:spMk id="3" creationId="{2B140730-CC60-05A9-C899-CC5DAF6926AF}"/>
          </ac:spMkLst>
        </pc:spChg>
        <pc:spChg chg="add">
          <ac:chgData name="Santiago Paúl Rodríguez Chico" userId="ea37e2fd-e349-4e79-9b98-b094330da882" providerId="ADAL" clId="{F473E878-23BB-4C6D-9B5E-1E237C2DB0A9}" dt="2025-10-18T05:20:29.056" v="0" actId="26606"/>
          <ac:spMkLst>
            <pc:docMk/>
            <pc:sldMk cId="2539260374" sldId="256"/>
            <ac:spMk id="8" creationId="{0E30439A-8A5B-46EC-8283-9B6B031D40D0}"/>
          </ac:spMkLst>
        </pc:spChg>
        <pc:spChg chg="add del">
          <ac:chgData name="Santiago Paúl Rodríguez Chico" userId="ea37e2fd-e349-4e79-9b98-b094330da882" providerId="ADAL" clId="{F473E878-23BB-4C6D-9B5E-1E237C2DB0A9}" dt="2025-10-18T05:20:57.942" v="3" actId="26606"/>
          <ac:spMkLst>
            <pc:docMk/>
            <pc:sldMk cId="2539260374" sldId="256"/>
            <ac:spMk id="10" creationId="{5CEAD642-85CF-4750-8432-7C80C901F001}"/>
          </ac:spMkLst>
        </pc:spChg>
        <pc:spChg chg="add del">
          <ac:chgData name="Santiago Paúl Rodríguez Chico" userId="ea37e2fd-e349-4e79-9b98-b094330da882" providerId="ADAL" clId="{F473E878-23BB-4C6D-9B5E-1E237C2DB0A9}" dt="2025-10-18T05:20:57.942" v="3" actId="26606"/>
          <ac:spMkLst>
            <pc:docMk/>
            <pc:sldMk cId="2539260374" sldId="256"/>
            <ac:spMk id="12" creationId="{FA33EEAE-15D5-4119-8C1E-89D943F911EF}"/>
          </ac:spMkLst>
        </pc:spChg>
        <pc:spChg chg="add">
          <ac:chgData name="Santiago Paúl Rodríguez Chico" userId="ea37e2fd-e349-4e79-9b98-b094330da882" providerId="ADAL" clId="{F473E878-23BB-4C6D-9B5E-1E237C2DB0A9}" dt="2025-10-18T05:20:29.056" v="0" actId="26606"/>
          <ac:spMkLst>
            <pc:docMk/>
            <pc:sldMk cId="2539260374" sldId="256"/>
            <ac:spMk id="14" creationId="{730D8B3B-9B80-4025-B934-26DC7D7CD231}"/>
          </ac:spMkLst>
        </pc:spChg>
        <pc:spChg chg="add">
          <ac:chgData name="Santiago Paúl Rodríguez Chico" userId="ea37e2fd-e349-4e79-9b98-b094330da882" providerId="ADAL" clId="{F473E878-23BB-4C6D-9B5E-1E237C2DB0A9}" dt="2025-10-18T05:20:29.056" v="0" actId="26606"/>
          <ac:spMkLst>
            <pc:docMk/>
            <pc:sldMk cId="2539260374" sldId="256"/>
            <ac:spMk id="16" creationId="{B5A1B09C-1565-46F8-B70F-621C5EB48A09}"/>
          </ac:spMkLst>
        </pc:spChg>
        <pc:spChg chg="add">
          <ac:chgData name="Santiago Paúl Rodríguez Chico" userId="ea37e2fd-e349-4e79-9b98-b094330da882" providerId="ADAL" clId="{F473E878-23BB-4C6D-9B5E-1E237C2DB0A9}" dt="2025-10-18T05:20:29.056" v="0" actId="26606"/>
          <ac:spMkLst>
            <pc:docMk/>
            <pc:sldMk cId="2539260374" sldId="256"/>
            <ac:spMk id="18" creationId="{8C516CC8-80AC-446C-A56E-9F54B7210402}"/>
          </ac:spMkLst>
        </pc:spChg>
        <pc:spChg chg="add del">
          <ac:chgData name="Santiago Paúl Rodríguez Chico" userId="ea37e2fd-e349-4e79-9b98-b094330da882" providerId="ADAL" clId="{F473E878-23BB-4C6D-9B5E-1E237C2DB0A9}" dt="2025-10-18T05:20:57.942" v="3" actId="26606"/>
          <ac:spMkLst>
            <pc:docMk/>
            <pc:sldMk cId="2539260374" sldId="256"/>
            <ac:spMk id="20" creationId="{53947E58-F088-49F1-A3D1-DEA690192E84}"/>
          </ac:spMkLst>
        </pc:spChg>
        <pc:spChg chg="add">
          <ac:chgData name="Santiago Paúl Rodríguez Chico" userId="ea37e2fd-e349-4e79-9b98-b094330da882" providerId="ADAL" clId="{F473E878-23BB-4C6D-9B5E-1E237C2DB0A9}" dt="2025-10-18T05:20:57.942" v="3" actId="26606"/>
          <ac:spMkLst>
            <pc:docMk/>
            <pc:sldMk cId="2539260374" sldId="256"/>
            <ac:spMk id="25" creationId="{8C790BE2-4E4F-4AAF-81A2-4A6F4885EBE6}"/>
          </ac:spMkLst>
        </pc:spChg>
        <pc:spChg chg="add">
          <ac:chgData name="Santiago Paúl Rodríguez Chico" userId="ea37e2fd-e349-4e79-9b98-b094330da882" providerId="ADAL" clId="{F473E878-23BB-4C6D-9B5E-1E237C2DB0A9}" dt="2025-10-18T05:20:57.942" v="3" actId="26606"/>
          <ac:spMkLst>
            <pc:docMk/>
            <pc:sldMk cId="2539260374" sldId="256"/>
            <ac:spMk id="27" creationId="{D28B54C3-B57B-472A-B96E-1FCB67093DC2}"/>
          </ac:spMkLst>
        </pc:spChg>
        <pc:spChg chg="add">
          <ac:chgData name="Santiago Paúl Rodríguez Chico" userId="ea37e2fd-e349-4e79-9b98-b094330da882" providerId="ADAL" clId="{F473E878-23BB-4C6D-9B5E-1E237C2DB0A9}" dt="2025-10-18T05:20:57.942" v="3" actId="26606"/>
          <ac:spMkLst>
            <pc:docMk/>
            <pc:sldMk cId="2539260374" sldId="256"/>
            <ac:spMk id="29" creationId="{7DB3C429-F8DA-49B9-AF84-21996FCF78B5}"/>
          </ac:spMkLst>
        </pc:spChg>
        <pc:spChg chg="add">
          <ac:chgData name="Santiago Paúl Rodríguez Chico" userId="ea37e2fd-e349-4e79-9b98-b094330da882" providerId="ADAL" clId="{F473E878-23BB-4C6D-9B5E-1E237C2DB0A9}" dt="2025-10-18T05:20:57.942" v="3" actId="26606"/>
          <ac:spMkLst>
            <pc:docMk/>
            <pc:sldMk cId="2539260374" sldId="256"/>
            <ac:spMk id="31" creationId="{E12088DD-B1AD-40E0-8B86-1D87A2CCD9BE}"/>
          </ac:spMkLst>
        </pc:spChg>
        <pc:spChg chg="add">
          <ac:chgData name="Santiago Paúl Rodríguez Chico" userId="ea37e2fd-e349-4e79-9b98-b094330da882" providerId="ADAL" clId="{F473E878-23BB-4C6D-9B5E-1E237C2DB0A9}" dt="2025-10-18T05:20:57.942" v="3" actId="26606"/>
          <ac:spMkLst>
            <pc:docMk/>
            <pc:sldMk cId="2539260374" sldId="256"/>
            <ac:spMk id="33" creationId="{C4C9F2B0-1044-46EB-8AEB-C3BFFDE6C2CC}"/>
          </ac:spMkLst>
        </pc:spChg>
        <pc:spChg chg="add">
          <ac:chgData name="Santiago Paúl Rodríguez Chico" userId="ea37e2fd-e349-4e79-9b98-b094330da882" providerId="ADAL" clId="{F473E878-23BB-4C6D-9B5E-1E237C2DB0A9}" dt="2025-10-18T05:20:57.942" v="3" actId="26606"/>
          <ac:spMkLst>
            <pc:docMk/>
            <pc:sldMk cId="2539260374" sldId="256"/>
            <ac:spMk id="35" creationId="{0C395952-4E26-45A2-8756-2ADFD6E53C6E}"/>
          </ac:spMkLst>
        </pc:spChg>
      </pc:sldChg>
      <pc:sldChg chg="addSp delSp modSp mod setBg">
        <pc:chgData name="Santiago Paúl Rodríguez Chico" userId="ea37e2fd-e349-4e79-9b98-b094330da882" providerId="ADAL" clId="{F473E878-23BB-4C6D-9B5E-1E237C2DB0A9}" dt="2025-10-18T05:21:09.231" v="5" actId="26606"/>
        <pc:sldMkLst>
          <pc:docMk/>
          <pc:sldMk cId="3677440074" sldId="257"/>
        </pc:sldMkLst>
        <pc:spChg chg="mod">
          <ac:chgData name="Santiago Paúl Rodríguez Chico" userId="ea37e2fd-e349-4e79-9b98-b094330da882" providerId="ADAL" clId="{F473E878-23BB-4C6D-9B5E-1E237C2DB0A9}" dt="2025-10-18T05:21:09.231" v="5" actId="26606"/>
          <ac:spMkLst>
            <pc:docMk/>
            <pc:sldMk cId="3677440074" sldId="257"/>
            <ac:spMk id="2" creationId="{013C2286-7821-DD4D-C6F1-FF7C094DCFE0}"/>
          </ac:spMkLst>
        </pc:spChg>
        <pc:spChg chg="del">
          <ac:chgData name="Santiago Paúl Rodríguez Chico" userId="ea37e2fd-e349-4e79-9b98-b094330da882" providerId="ADAL" clId="{F473E878-23BB-4C6D-9B5E-1E237C2DB0A9}" dt="2025-10-18T05:21:09.231" v="5" actId="26606"/>
          <ac:spMkLst>
            <pc:docMk/>
            <pc:sldMk cId="3677440074" sldId="257"/>
            <ac:spMk id="3" creationId="{B22B3F23-36E1-E535-BF47-666BAE1B1241}"/>
          </ac:spMkLst>
        </pc:spChg>
        <pc:spChg chg="add">
          <ac:chgData name="Santiago Paúl Rodríguez Chico" userId="ea37e2fd-e349-4e79-9b98-b094330da882" providerId="ADAL" clId="{F473E878-23BB-4C6D-9B5E-1E237C2DB0A9}" dt="2025-10-18T05:21:09.231" v="5" actId="26606"/>
          <ac:spMkLst>
            <pc:docMk/>
            <pc:sldMk cId="3677440074" sldId="257"/>
            <ac:spMk id="9" creationId="{BACC6370-2D7E-4714-9D71-7542949D7D5D}"/>
          </ac:spMkLst>
        </pc:spChg>
        <pc:spChg chg="add">
          <ac:chgData name="Santiago Paúl Rodríguez Chico" userId="ea37e2fd-e349-4e79-9b98-b094330da882" providerId="ADAL" clId="{F473E878-23BB-4C6D-9B5E-1E237C2DB0A9}" dt="2025-10-18T05:21:09.231" v="5" actId="26606"/>
          <ac:spMkLst>
            <pc:docMk/>
            <pc:sldMk cId="3677440074" sldId="257"/>
            <ac:spMk id="11" creationId="{F68B3F68-107C-434F-AA38-110D5EA91B85}"/>
          </ac:spMkLst>
        </pc:spChg>
        <pc:spChg chg="add">
          <ac:chgData name="Santiago Paúl Rodríguez Chico" userId="ea37e2fd-e349-4e79-9b98-b094330da882" providerId="ADAL" clId="{F473E878-23BB-4C6D-9B5E-1E237C2DB0A9}" dt="2025-10-18T05:21:09.231" v="5" actId="26606"/>
          <ac:spMkLst>
            <pc:docMk/>
            <pc:sldMk cId="3677440074" sldId="257"/>
            <ac:spMk id="13" creationId="{AAD0DBB9-1A4B-4391-81D4-CB19F9AB918A}"/>
          </ac:spMkLst>
        </pc:spChg>
        <pc:spChg chg="add">
          <ac:chgData name="Santiago Paúl Rodríguez Chico" userId="ea37e2fd-e349-4e79-9b98-b094330da882" providerId="ADAL" clId="{F473E878-23BB-4C6D-9B5E-1E237C2DB0A9}" dt="2025-10-18T05:21:09.231" v="5" actId="26606"/>
          <ac:spMkLst>
            <pc:docMk/>
            <pc:sldMk cId="3677440074" sldId="257"/>
            <ac:spMk id="15" creationId="{063BBA22-50EA-4C4D-BE05-F1CE4E63AA56}"/>
          </ac:spMkLst>
        </pc:spChg>
        <pc:graphicFrameChg chg="add">
          <ac:chgData name="Santiago Paúl Rodríguez Chico" userId="ea37e2fd-e349-4e79-9b98-b094330da882" providerId="ADAL" clId="{F473E878-23BB-4C6D-9B5E-1E237C2DB0A9}" dt="2025-10-18T05:21:09.231" v="5" actId="26606"/>
          <ac:graphicFrameMkLst>
            <pc:docMk/>
            <pc:sldMk cId="3677440074" sldId="257"/>
            <ac:graphicFrameMk id="5" creationId="{4E80BF95-B1D5-0D26-4E3C-EADDC68A9D1D}"/>
          </ac:graphicFrameMkLst>
        </pc:graphicFrameChg>
      </pc:sldChg>
      <pc:sldChg chg="addSp modSp mod setBg">
        <pc:chgData name="Santiago Paúl Rodríguez Chico" userId="ea37e2fd-e349-4e79-9b98-b094330da882" providerId="ADAL" clId="{F473E878-23BB-4C6D-9B5E-1E237C2DB0A9}" dt="2025-10-18T05:21:02.527" v="4" actId="26606"/>
        <pc:sldMkLst>
          <pc:docMk/>
          <pc:sldMk cId="3365089349" sldId="258"/>
        </pc:sldMkLst>
        <pc:spChg chg="mod">
          <ac:chgData name="Santiago Paúl Rodríguez Chico" userId="ea37e2fd-e349-4e79-9b98-b094330da882" providerId="ADAL" clId="{F473E878-23BB-4C6D-9B5E-1E237C2DB0A9}" dt="2025-10-18T05:21:02.527" v="4" actId="26606"/>
          <ac:spMkLst>
            <pc:docMk/>
            <pc:sldMk cId="3365089349" sldId="258"/>
            <ac:spMk id="2" creationId="{95056520-A14F-C153-60E6-57FC736E63E5}"/>
          </ac:spMkLst>
        </pc:spChg>
        <pc:spChg chg="mod">
          <ac:chgData name="Santiago Paúl Rodríguez Chico" userId="ea37e2fd-e349-4e79-9b98-b094330da882" providerId="ADAL" clId="{F473E878-23BB-4C6D-9B5E-1E237C2DB0A9}" dt="2025-10-18T05:21:02.527" v="4" actId="26606"/>
          <ac:spMkLst>
            <pc:docMk/>
            <pc:sldMk cId="3365089349" sldId="258"/>
            <ac:spMk id="3" creationId="{AB3ADFF7-41A6-08CB-D6A9-71229E62E5CD}"/>
          </ac:spMkLst>
        </pc:spChg>
        <pc:spChg chg="add">
          <ac:chgData name="Santiago Paúl Rodríguez Chico" userId="ea37e2fd-e349-4e79-9b98-b094330da882" providerId="ADAL" clId="{F473E878-23BB-4C6D-9B5E-1E237C2DB0A9}" dt="2025-10-18T05:21:02.527" v="4" actId="26606"/>
          <ac:spMkLst>
            <pc:docMk/>
            <pc:sldMk cId="3365089349" sldId="258"/>
            <ac:spMk id="8" creationId="{1B15ED52-F352-441B-82BF-E0EA34836D08}"/>
          </ac:spMkLst>
        </pc:spChg>
        <pc:spChg chg="add">
          <ac:chgData name="Santiago Paúl Rodríguez Chico" userId="ea37e2fd-e349-4e79-9b98-b094330da882" providerId="ADAL" clId="{F473E878-23BB-4C6D-9B5E-1E237C2DB0A9}" dt="2025-10-18T05:21:02.527" v="4" actId="26606"/>
          <ac:spMkLst>
            <pc:docMk/>
            <pc:sldMk cId="3365089349" sldId="258"/>
            <ac:spMk id="10" creationId="{3B2E3793-BFE6-45A2-9B7B-E18844431C99}"/>
          </ac:spMkLst>
        </pc:spChg>
        <pc:spChg chg="add">
          <ac:chgData name="Santiago Paúl Rodríguez Chico" userId="ea37e2fd-e349-4e79-9b98-b094330da882" providerId="ADAL" clId="{F473E878-23BB-4C6D-9B5E-1E237C2DB0A9}" dt="2025-10-18T05:21:02.527" v="4" actId="26606"/>
          <ac:spMkLst>
            <pc:docMk/>
            <pc:sldMk cId="3365089349" sldId="258"/>
            <ac:spMk id="12" creationId="{BC4C4868-CB8F-4AF9-9CDB-8108F2C19B67}"/>
          </ac:spMkLst>
        </pc:spChg>
        <pc:spChg chg="add">
          <ac:chgData name="Santiago Paúl Rodríguez Chico" userId="ea37e2fd-e349-4e79-9b98-b094330da882" providerId="ADAL" clId="{F473E878-23BB-4C6D-9B5E-1E237C2DB0A9}" dt="2025-10-18T05:21:02.527" v="4" actId="26606"/>
          <ac:spMkLst>
            <pc:docMk/>
            <pc:sldMk cId="3365089349" sldId="258"/>
            <ac:spMk id="14" creationId="{375E0459-6403-40CD-989D-56A4407CA12E}"/>
          </ac:spMkLst>
        </pc:spChg>
        <pc:spChg chg="add">
          <ac:chgData name="Santiago Paúl Rodríguez Chico" userId="ea37e2fd-e349-4e79-9b98-b094330da882" providerId="ADAL" clId="{F473E878-23BB-4C6D-9B5E-1E237C2DB0A9}" dt="2025-10-18T05:21:02.527" v="4" actId="26606"/>
          <ac:spMkLst>
            <pc:docMk/>
            <pc:sldMk cId="3365089349" sldId="258"/>
            <ac:spMk id="16" creationId="{53E5B1A8-3AC9-4BD1-9BBC-78CA94F2D1BA}"/>
          </ac:spMkLst>
        </pc:spChg>
      </pc:sldChg>
      <pc:sldChg chg="addSp modSp mod setBg">
        <pc:chgData name="Santiago Paúl Rodríguez Chico" userId="ea37e2fd-e349-4e79-9b98-b094330da882" providerId="ADAL" clId="{F473E878-23BB-4C6D-9B5E-1E237C2DB0A9}" dt="2025-10-18T13:24:24.550" v="1113" actId="1076"/>
        <pc:sldMkLst>
          <pc:docMk/>
          <pc:sldMk cId="182543883" sldId="259"/>
        </pc:sldMkLst>
        <pc:spChg chg="mod">
          <ac:chgData name="Santiago Paúl Rodríguez Chico" userId="ea37e2fd-e349-4e79-9b98-b094330da882" providerId="ADAL" clId="{F473E878-23BB-4C6D-9B5E-1E237C2DB0A9}" dt="2025-10-18T05:21:24.662" v="6" actId="26606"/>
          <ac:spMkLst>
            <pc:docMk/>
            <pc:sldMk cId="182543883" sldId="259"/>
            <ac:spMk id="2" creationId="{B175DCE1-304D-C773-AAFB-4814740FB02C}"/>
          </ac:spMkLst>
        </pc:spChg>
        <pc:spChg chg="mod ord">
          <ac:chgData name="Santiago Paúl Rodríguez Chico" userId="ea37e2fd-e349-4e79-9b98-b094330da882" providerId="ADAL" clId="{F473E878-23BB-4C6D-9B5E-1E237C2DB0A9}" dt="2025-10-18T05:21:47.136" v="16" actId="1076"/>
          <ac:spMkLst>
            <pc:docMk/>
            <pc:sldMk cId="182543883" sldId="259"/>
            <ac:spMk id="3" creationId="{4E4E4CDC-C984-9CCF-CA02-0E771D033B3C}"/>
          </ac:spMkLst>
        </pc:spChg>
        <pc:spChg chg="add">
          <ac:chgData name="Santiago Paúl Rodríguez Chico" userId="ea37e2fd-e349-4e79-9b98-b094330da882" providerId="ADAL" clId="{F473E878-23BB-4C6D-9B5E-1E237C2DB0A9}" dt="2025-10-18T05:21:24.662" v="6" actId="26606"/>
          <ac:spMkLst>
            <pc:docMk/>
            <pc:sldMk cId="182543883" sldId="259"/>
            <ac:spMk id="18" creationId="{50D1C5B3-B60D-4696-AE60-100D5EC8AB5D}"/>
          </ac:spMkLst>
        </pc:spChg>
        <pc:grpChg chg="add">
          <ac:chgData name="Santiago Paúl Rodríguez Chico" userId="ea37e2fd-e349-4e79-9b98-b094330da882" providerId="ADAL" clId="{F473E878-23BB-4C6D-9B5E-1E237C2DB0A9}" dt="2025-10-18T05:21:24.662" v="6" actId="26606"/>
          <ac:grpSpMkLst>
            <pc:docMk/>
            <pc:sldMk cId="182543883" sldId="259"/>
            <ac:grpSpMk id="20" creationId="{73EDDF53-0851-48D4-A466-6FE0DCE91E73}"/>
          </ac:grpSpMkLst>
        </pc:grpChg>
        <pc:picChg chg="mod ord">
          <ac:chgData name="Santiago Paúl Rodríguez Chico" userId="ea37e2fd-e349-4e79-9b98-b094330da882" providerId="ADAL" clId="{F473E878-23BB-4C6D-9B5E-1E237C2DB0A9}" dt="2025-10-18T05:21:55.015" v="19" actId="1076"/>
          <ac:picMkLst>
            <pc:docMk/>
            <pc:sldMk cId="182543883" sldId="259"/>
            <ac:picMk id="5" creationId="{3594ACCD-B27E-DA3A-0CDA-2811281F1371}"/>
          </ac:picMkLst>
        </pc:picChg>
        <pc:picChg chg="mod">
          <ac:chgData name="Santiago Paúl Rodríguez Chico" userId="ea37e2fd-e349-4e79-9b98-b094330da882" providerId="ADAL" clId="{F473E878-23BB-4C6D-9B5E-1E237C2DB0A9}" dt="2025-10-18T05:21:35.736" v="10" actId="1076"/>
          <ac:picMkLst>
            <pc:docMk/>
            <pc:sldMk cId="182543883" sldId="259"/>
            <ac:picMk id="9" creationId="{0C1EC0D3-5365-D0CC-3D34-0CBA2864BDDF}"/>
          </ac:picMkLst>
        </pc:picChg>
        <pc:picChg chg="mod">
          <ac:chgData name="Santiago Paúl Rodríguez Chico" userId="ea37e2fd-e349-4e79-9b98-b094330da882" providerId="ADAL" clId="{F473E878-23BB-4C6D-9B5E-1E237C2DB0A9}" dt="2025-10-18T13:24:24.550" v="1113" actId="1076"/>
          <ac:picMkLst>
            <pc:docMk/>
            <pc:sldMk cId="182543883" sldId="259"/>
            <ac:picMk id="13" creationId="{9C54CB10-A4E9-FCCC-4253-43C3B51E29B3}"/>
          </ac:picMkLst>
        </pc:picChg>
      </pc:sldChg>
      <pc:sldChg chg="addSp modSp mod setBg">
        <pc:chgData name="Santiago Paúl Rodríguez Chico" userId="ea37e2fd-e349-4e79-9b98-b094330da882" providerId="ADAL" clId="{F473E878-23BB-4C6D-9B5E-1E237C2DB0A9}" dt="2025-10-18T05:29:49.682" v="206" actId="1076"/>
        <pc:sldMkLst>
          <pc:docMk/>
          <pc:sldMk cId="600624469" sldId="260"/>
        </pc:sldMkLst>
        <pc:spChg chg="mod">
          <ac:chgData name="Santiago Paúl Rodríguez Chico" userId="ea37e2fd-e349-4e79-9b98-b094330da882" providerId="ADAL" clId="{F473E878-23BB-4C6D-9B5E-1E237C2DB0A9}" dt="2025-10-18T05:22:33.237" v="21" actId="26606"/>
          <ac:spMkLst>
            <pc:docMk/>
            <pc:sldMk cId="600624469" sldId="260"/>
            <ac:spMk id="2" creationId="{C04DF971-76DD-F76A-A2E3-1967382B2D52}"/>
          </ac:spMkLst>
        </pc:spChg>
        <pc:spChg chg="add">
          <ac:chgData name="Santiago Paúl Rodríguez Chico" userId="ea37e2fd-e349-4e79-9b98-b094330da882" providerId="ADAL" clId="{F473E878-23BB-4C6D-9B5E-1E237C2DB0A9}" dt="2025-10-18T05:22:33.237" v="21" actId="26606"/>
          <ac:spMkLst>
            <pc:docMk/>
            <pc:sldMk cId="600624469" sldId="260"/>
            <ac:spMk id="12" creationId="{2151139A-886F-4B97-8815-729AD3831BBD}"/>
          </ac:spMkLst>
        </pc:spChg>
        <pc:spChg chg="add">
          <ac:chgData name="Santiago Paúl Rodríguez Chico" userId="ea37e2fd-e349-4e79-9b98-b094330da882" providerId="ADAL" clId="{F473E878-23BB-4C6D-9B5E-1E237C2DB0A9}" dt="2025-10-18T05:22:33.237" v="21" actId="26606"/>
          <ac:spMkLst>
            <pc:docMk/>
            <pc:sldMk cId="600624469" sldId="260"/>
            <ac:spMk id="14" creationId="{AB5E08C4-8CDD-4623-A5B8-E998C6DEE3B7}"/>
          </ac:spMkLst>
        </pc:spChg>
        <pc:spChg chg="add">
          <ac:chgData name="Santiago Paúl Rodríguez Chico" userId="ea37e2fd-e349-4e79-9b98-b094330da882" providerId="ADAL" clId="{F473E878-23BB-4C6D-9B5E-1E237C2DB0A9}" dt="2025-10-18T05:22:33.237" v="21" actId="26606"/>
          <ac:spMkLst>
            <pc:docMk/>
            <pc:sldMk cId="600624469" sldId="260"/>
            <ac:spMk id="16" creationId="{15F33878-D502-4FFA-8ACE-F2AECDB2A23F}"/>
          </ac:spMkLst>
        </pc:spChg>
        <pc:spChg chg="add">
          <ac:chgData name="Santiago Paúl Rodríguez Chico" userId="ea37e2fd-e349-4e79-9b98-b094330da882" providerId="ADAL" clId="{F473E878-23BB-4C6D-9B5E-1E237C2DB0A9}" dt="2025-10-18T05:22:33.237" v="21" actId="26606"/>
          <ac:spMkLst>
            <pc:docMk/>
            <pc:sldMk cId="600624469" sldId="260"/>
            <ac:spMk id="18" creationId="{D3539FEE-81D3-4406-802E-60B20B16F4F6}"/>
          </ac:spMkLst>
        </pc:spChg>
        <pc:spChg chg="add">
          <ac:chgData name="Santiago Paúl Rodríguez Chico" userId="ea37e2fd-e349-4e79-9b98-b094330da882" providerId="ADAL" clId="{F473E878-23BB-4C6D-9B5E-1E237C2DB0A9}" dt="2025-10-18T05:22:33.237" v="21" actId="26606"/>
          <ac:spMkLst>
            <pc:docMk/>
            <pc:sldMk cId="600624469" sldId="260"/>
            <ac:spMk id="20" creationId="{DC701763-729E-462F-A5A8-E0DEFEB1E2E4}"/>
          </ac:spMkLst>
        </pc:spChg>
        <pc:picChg chg="mod ord">
          <ac:chgData name="Santiago Paúl Rodríguez Chico" userId="ea37e2fd-e349-4e79-9b98-b094330da882" providerId="ADAL" clId="{F473E878-23BB-4C6D-9B5E-1E237C2DB0A9}" dt="2025-10-18T05:29:46.848" v="205" actId="1076"/>
          <ac:picMkLst>
            <pc:docMk/>
            <pc:sldMk cId="600624469" sldId="260"/>
            <ac:picMk id="5" creationId="{91E50FED-6690-B955-F5B2-437CE85476CE}"/>
          </ac:picMkLst>
        </pc:picChg>
        <pc:picChg chg="mod">
          <ac:chgData name="Santiago Paúl Rodríguez Chico" userId="ea37e2fd-e349-4e79-9b98-b094330da882" providerId="ADAL" clId="{F473E878-23BB-4C6D-9B5E-1E237C2DB0A9}" dt="2025-10-18T05:29:49.682" v="206" actId="1076"/>
          <ac:picMkLst>
            <pc:docMk/>
            <pc:sldMk cId="600624469" sldId="260"/>
            <ac:picMk id="7" creationId="{592BD8B2-3834-97AC-6493-69B1D9325D23}"/>
          </ac:picMkLst>
        </pc:picChg>
      </pc:sldChg>
      <pc:sldChg chg="addSp modSp mod setBg">
        <pc:chgData name="Santiago Paúl Rodríguez Chico" userId="ea37e2fd-e349-4e79-9b98-b094330da882" providerId="ADAL" clId="{F473E878-23BB-4C6D-9B5E-1E237C2DB0A9}" dt="2025-10-18T05:22:46.462" v="26" actId="14100"/>
        <pc:sldMkLst>
          <pc:docMk/>
          <pc:sldMk cId="3089967161" sldId="261"/>
        </pc:sldMkLst>
        <pc:spChg chg="mod">
          <ac:chgData name="Santiago Paúl Rodríguez Chico" userId="ea37e2fd-e349-4e79-9b98-b094330da882" providerId="ADAL" clId="{F473E878-23BB-4C6D-9B5E-1E237C2DB0A9}" dt="2025-10-18T05:22:36.935" v="22" actId="26606"/>
          <ac:spMkLst>
            <pc:docMk/>
            <pc:sldMk cId="3089967161" sldId="261"/>
            <ac:spMk id="2" creationId="{A5957190-3264-7FA1-05C0-A62B61868F37}"/>
          </ac:spMkLst>
        </pc:spChg>
        <pc:spChg chg="add">
          <ac:chgData name="Santiago Paúl Rodríguez Chico" userId="ea37e2fd-e349-4e79-9b98-b094330da882" providerId="ADAL" clId="{F473E878-23BB-4C6D-9B5E-1E237C2DB0A9}" dt="2025-10-18T05:22:36.935" v="22" actId="26606"/>
          <ac:spMkLst>
            <pc:docMk/>
            <pc:sldMk cId="3089967161" sldId="261"/>
            <ac:spMk id="14" creationId="{A8384FB5-9ADC-4DDC-881B-597D56F5B15D}"/>
          </ac:spMkLst>
        </pc:spChg>
        <pc:spChg chg="add">
          <ac:chgData name="Santiago Paúl Rodríguez Chico" userId="ea37e2fd-e349-4e79-9b98-b094330da882" providerId="ADAL" clId="{F473E878-23BB-4C6D-9B5E-1E237C2DB0A9}" dt="2025-10-18T05:22:36.935" v="22" actId="26606"/>
          <ac:spMkLst>
            <pc:docMk/>
            <pc:sldMk cId="3089967161" sldId="261"/>
            <ac:spMk id="16" creationId="{1199E1B1-A8C0-4FE8-A5A8-1CB41D69F857}"/>
          </ac:spMkLst>
        </pc:spChg>
        <pc:spChg chg="add">
          <ac:chgData name="Santiago Paúl Rodríguez Chico" userId="ea37e2fd-e349-4e79-9b98-b094330da882" providerId="ADAL" clId="{F473E878-23BB-4C6D-9B5E-1E237C2DB0A9}" dt="2025-10-18T05:22:36.935" v="22" actId="26606"/>
          <ac:spMkLst>
            <pc:docMk/>
            <pc:sldMk cId="3089967161" sldId="261"/>
            <ac:spMk id="18" creationId="{84A8DE83-DE75-4B41-9DB4-A7EC0B0DEC0B}"/>
          </ac:spMkLst>
        </pc:spChg>
        <pc:spChg chg="add">
          <ac:chgData name="Santiago Paúl Rodríguez Chico" userId="ea37e2fd-e349-4e79-9b98-b094330da882" providerId="ADAL" clId="{F473E878-23BB-4C6D-9B5E-1E237C2DB0A9}" dt="2025-10-18T05:22:36.935" v="22" actId="26606"/>
          <ac:spMkLst>
            <pc:docMk/>
            <pc:sldMk cId="3089967161" sldId="261"/>
            <ac:spMk id="20" creationId="{A7009A0A-BEF5-4EAC-AF15-E4F9F002E239}"/>
          </ac:spMkLst>
        </pc:spChg>
        <pc:picChg chg="mod">
          <ac:chgData name="Santiago Paúl Rodríguez Chico" userId="ea37e2fd-e349-4e79-9b98-b094330da882" providerId="ADAL" clId="{F473E878-23BB-4C6D-9B5E-1E237C2DB0A9}" dt="2025-10-18T05:22:46.462" v="26" actId="14100"/>
          <ac:picMkLst>
            <pc:docMk/>
            <pc:sldMk cId="3089967161" sldId="261"/>
            <ac:picMk id="9" creationId="{6990A7CF-3FC3-E492-BE71-5CDEEEF277A5}"/>
          </ac:picMkLst>
        </pc:picChg>
      </pc:sldChg>
      <pc:sldChg chg="addSp modSp mod setBg">
        <pc:chgData name="Santiago Paúl Rodríguez Chico" userId="ea37e2fd-e349-4e79-9b98-b094330da882" providerId="ADAL" clId="{F473E878-23BB-4C6D-9B5E-1E237C2DB0A9}" dt="2025-10-18T13:28:10.139" v="1114" actId="1036"/>
        <pc:sldMkLst>
          <pc:docMk/>
          <pc:sldMk cId="384259977" sldId="262"/>
        </pc:sldMkLst>
        <pc:spChg chg="mod">
          <ac:chgData name="Santiago Paúl Rodríguez Chico" userId="ea37e2fd-e349-4e79-9b98-b094330da882" providerId="ADAL" clId="{F473E878-23BB-4C6D-9B5E-1E237C2DB0A9}" dt="2025-10-18T05:22:50.459" v="27" actId="26606"/>
          <ac:spMkLst>
            <pc:docMk/>
            <pc:sldMk cId="384259977" sldId="262"/>
            <ac:spMk id="2" creationId="{FEF441BA-A2FC-A8E1-E08B-33E9FD5AA8FA}"/>
          </ac:spMkLst>
        </pc:spChg>
        <pc:spChg chg="add">
          <ac:chgData name="Santiago Paúl Rodríguez Chico" userId="ea37e2fd-e349-4e79-9b98-b094330da882" providerId="ADAL" clId="{F473E878-23BB-4C6D-9B5E-1E237C2DB0A9}" dt="2025-10-18T05:22:50.459" v="27" actId="26606"/>
          <ac:spMkLst>
            <pc:docMk/>
            <pc:sldMk cId="384259977" sldId="262"/>
            <ac:spMk id="12" creationId="{2151139A-886F-4B97-8815-729AD3831BBD}"/>
          </ac:spMkLst>
        </pc:spChg>
        <pc:spChg chg="add">
          <ac:chgData name="Santiago Paúl Rodríguez Chico" userId="ea37e2fd-e349-4e79-9b98-b094330da882" providerId="ADAL" clId="{F473E878-23BB-4C6D-9B5E-1E237C2DB0A9}" dt="2025-10-18T05:22:50.459" v="27" actId="26606"/>
          <ac:spMkLst>
            <pc:docMk/>
            <pc:sldMk cId="384259977" sldId="262"/>
            <ac:spMk id="14" creationId="{AB5E08C4-8CDD-4623-A5B8-E998C6DEE3B7}"/>
          </ac:spMkLst>
        </pc:spChg>
        <pc:spChg chg="add">
          <ac:chgData name="Santiago Paúl Rodríguez Chico" userId="ea37e2fd-e349-4e79-9b98-b094330da882" providerId="ADAL" clId="{F473E878-23BB-4C6D-9B5E-1E237C2DB0A9}" dt="2025-10-18T05:22:50.459" v="27" actId="26606"/>
          <ac:spMkLst>
            <pc:docMk/>
            <pc:sldMk cId="384259977" sldId="262"/>
            <ac:spMk id="16" creationId="{15F33878-D502-4FFA-8ACE-F2AECDB2A23F}"/>
          </ac:spMkLst>
        </pc:spChg>
        <pc:spChg chg="add">
          <ac:chgData name="Santiago Paúl Rodríguez Chico" userId="ea37e2fd-e349-4e79-9b98-b094330da882" providerId="ADAL" clId="{F473E878-23BB-4C6D-9B5E-1E237C2DB0A9}" dt="2025-10-18T05:22:50.459" v="27" actId="26606"/>
          <ac:spMkLst>
            <pc:docMk/>
            <pc:sldMk cId="384259977" sldId="262"/>
            <ac:spMk id="18" creationId="{D3539FEE-81D3-4406-802E-60B20B16F4F6}"/>
          </ac:spMkLst>
        </pc:spChg>
        <pc:spChg chg="add">
          <ac:chgData name="Santiago Paúl Rodríguez Chico" userId="ea37e2fd-e349-4e79-9b98-b094330da882" providerId="ADAL" clId="{F473E878-23BB-4C6D-9B5E-1E237C2DB0A9}" dt="2025-10-18T05:22:50.459" v="27" actId="26606"/>
          <ac:spMkLst>
            <pc:docMk/>
            <pc:sldMk cId="384259977" sldId="262"/>
            <ac:spMk id="20" creationId="{DC701763-729E-462F-A5A8-E0DEFEB1E2E4}"/>
          </ac:spMkLst>
        </pc:spChg>
        <pc:picChg chg="mod">
          <ac:chgData name="Santiago Paúl Rodríguez Chico" userId="ea37e2fd-e349-4e79-9b98-b094330da882" providerId="ADAL" clId="{F473E878-23BB-4C6D-9B5E-1E237C2DB0A9}" dt="2025-10-18T05:22:50.459" v="27" actId="26606"/>
          <ac:picMkLst>
            <pc:docMk/>
            <pc:sldMk cId="384259977" sldId="262"/>
            <ac:picMk id="5" creationId="{34C6D1D1-18BB-011E-38D2-D9D14EADC18A}"/>
          </ac:picMkLst>
        </pc:picChg>
        <pc:picChg chg="mod">
          <ac:chgData name="Santiago Paúl Rodríguez Chico" userId="ea37e2fd-e349-4e79-9b98-b094330da882" providerId="ADAL" clId="{F473E878-23BB-4C6D-9B5E-1E237C2DB0A9}" dt="2025-10-18T13:28:10.139" v="1114" actId="1036"/>
          <ac:picMkLst>
            <pc:docMk/>
            <pc:sldMk cId="384259977" sldId="262"/>
            <ac:picMk id="7" creationId="{032A44D0-50C1-93A8-ED26-7239E67B1E8C}"/>
          </ac:picMkLst>
        </pc:picChg>
      </pc:sldChg>
      <pc:sldChg chg="addSp modSp mod setBg">
        <pc:chgData name="Santiago Paúl Rodríguez Chico" userId="ea37e2fd-e349-4e79-9b98-b094330da882" providerId="ADAL" clId="{F473E878-23BB-4C6D-9B5E-1E237C2DB0A9}" dt="2025-10-18T13:28:59.561" v="1116" actId="1076"/>
        <pc:sldMkLst>
          <pc:docMk/>
          <pc:sldMk cId="3603796850" sldId="263"/>
        </pc:sldMkLst>
        <pc:spChg chg="mod">
          <ac:chgData name="Santiago Paúl Rodríguez Chico" userId="ea37e2fd-e349-4e79-9b98-b094330da882" providerId="ADAL" clId="{F473E878-23BB-4C6D-9B5E-1E237C2DB0A9}" dt="2025-10-18T05:22:54.403" v="28" actId="26606"/>
          <ac:spMkLst>
            <pc:docMk/>
            <pc:sldMk cId="3603796850" sldId="263"/>
            <ac:spMk id="2" creationId="{259F74A8-9F3F-55E2-43C1-5CCBD4FCD78D}"/>
          </ac:spMkLst>
        </pc:spChg>
        <pc:spChg chg="mod ord">
          <ac:chgData name="Santiago Paúl Rodríguez Chico" userId="ea37e2fd-e349-4e79-9b98-b094330da882" providerId="ADAL" clId="{F473E878-23BB-4C6D-9B5E-1E237C2DB0A9}" dt="2025-10-18T05:30:52.439" v="208" actId="5793"/>
          <ac:spMkLst>
            <pc:docMk/>
            <pc:sldMk cId="3603796850" sldId="263"/>
            <ac:spMk id="6" creationId="{8AF567AA-1CA5-2CE5-C1F9-DDCF281A702E}"/>
          </ac:spMkLst>
        </pc:spChg>
        <pc:spChg chg="add">
          <ac:chgData name="Santiago Paúl Rodríguez Chico" userId="ea37e2fd-e349-4e79-9b98-b094330da882" providerId="ADAL" clId="{F473E878-23BB-4C6D-9B5E-1E237C2DB0A9}" dt="2025-10-18T05:22:54.403" v="28" actId="26606"/>
          <ac:spMkLst>
            <pc:docMk/>
            <pc:sldMk cId="3603796850" sldId="263"/>
            <ac:spMk id="13" creationId="{B712E947-0734-45F9-9C4F-41114EC3A33E}"/>
          </ac:spMkLst>
        </pc:spChg>
        <pc:grpChg chg="add">
          <ac:chgData name="Santiago Paúl Rodríguez Chico" userId="ea37e2fd-e349-4e79-9b98-b094330da882" providerId="ADAL" clId="{F473E878-23BB-4C6D-9B5E-1E237C2DB0A9}" dt="2025-10-18T05:22:54.403" v="28" actId="26606"/>
          <ac:grpSpMkLst>
            <pc:docMk/>
            <pc:sldMk cId="3603796850" sldId="263"/>
            <ac:grpSpMk id="15" creationId="{12B3290A-D3BF-4B87-B55B-FD9A98B49727}"/>
          </ac:grpSpMkLst>
        </pc:grpChg>
        <pc:picChg chg="mod">
          <ac:chgData name="Santiago Paúl Rodríguez Chico" userId="ea37e2fd-e349-4e79-9b98-b094330da882" providerId="ADAL" clId="{F473E878-23BB-4C6D-9B5E-1E237C2DB0A9}" dt="2025-10-18T05:22:54.403" v="28" actId="26606"/>
          <ac:picMkLst>
            <pc:docMk/>
            <pc:sldMk cId="3603796850" sldId="263"/>
            <ac:picMk id="5" creationId="{086A14D0-8EED-776B-B388-BA70749D93F9}"/>
          </ac:picMkLst>
        </pc:picChg>
        <pc:picChg chg="mod">
          <ac:chgData name="Santiago Paúl Rodríguez Chico" userId="ea37e2fd-e349-4e79-9b98-b094330da882" providerId="ADAL" clId="{F473E878-23BB-4C6D-9B5E-1E237C2DB0A9}" dt="2025-10-18T13:28:59.561" v="1116" actId="1076"/>
          <ac:picMkLst>
            <pc:docMk/>
            <pc:sldMk cId="3603796850" sldId="263"/>
            <ac:picMk id="8" creationId="{2B1B29FD-6730-E2CA-9477-BA46037990EB}"/>
          </ac:picMkLst>
        </pc:picChg>
      </pc:sldChg>
      <pc:sldChg chg="addSp delSp modSp mod setBg">
        <pc:chgData name="Santiago Paúl Rodríguez Chico" userId="ea37e2fd-e349-4e79-9b98-b094330da882" providerId="ADAL" clId="{F473E878-23BB-4C6D-9B5E-1E237C2DB0A9}" dt="2025-10-18T13:20:41.660" v="816" actId="20577"/>
        <pc:sldMkLst>
          <pc:docMk/>
          <pc:sldMk cId="66182870" sldId="264"/>
        </pc:sldMkLst>
        <pc:spChg chg="mod">
          <ac:chgData name="Santiago Paúl Rodríguez Chico" userId="ea37e2fd-e349-4e79-9b98-b094330da882" providerId="ADAL" clId="{F473E878-23BB-4C6D-9B5E-1E237C2DB0A9}" dt="2025-10-18T05:24:48.698" v="79" actId="26606"/>
          <ac:spMkLst>
            <pc:docMk/>
            <pc:sldMk cId="66182870" sldId="264"/>
            <ac:spMk id="2" creationId="{A81E4730-B69D-E1A8-0BD4-09B7C0A67C65}"/>
          </ac:spMkLst>
        </pc:spChg>
        <pc:spChg chg="add del">
          <ac:chgData name="Santiago Paúl Rodríguez Chico" userId="ea37e2fd-e349-4e79-9b98-b094330da882" providerId="ADAL" clId="{F473E878-23BB-4C6D-9B5E-1E237C2DB0A9}" dt="2025-10-18T05:24:48.698" v="79" actId="26606"/>
          <ac:spMkLst>
            <pc:docMk/>
            <pc:sldMk cId="66182870" sldId="264"/>
            <ac:spMk id="3" creationId="{3CDAA73B-A226-7258-3296-08DE30AB5782}"/>
          </ac:spMkLst>
        </pc:spChg>
        <pc:spChg chg="add">
          <ac:chgData name="Santiago Paúl Rodríguez Chico" userId="ea37e2fd-e349-4e79-9b98-b094330da882" providerId="ADAL" clId="{F473E878-23BB-4C6D-9B5E-1E237C2DB0A9}" dt="2025-10-18T05:24:48.698" v="79" actId="26606"/>
          <ac:spMkLst>
            <pc:docMk/>
            <pc:sldMk cId="66182870" sldId="264"/>
            <ac:spMk id="8" creationId="{1B15ED52-F352-441B-82BF-E0EA34836D08}"/>
          </ac:spMkLst>
        </pc:spChg>
        <pc:spChg chg="add del">
          <ac:chgData name="Santiago Paúl Rodríguez Chico" userId="ea37e2fd-e349-4e79-9b98-b094330da882" providerId="ADAL" clId="{F473E878-23BB-4C6D-9B5E-1E237C2DB0A9}" dt="2025-10-18T05:24:48.689" v="78" actId="26606"/>
          <ac:spMkLst>
            <pc:docMk/>
            <pc:sldMk cId="66182870" sldId="264"/>
            <ac:spMk id="9" creationId="{BACC6370-2D7E-4714-9D71-7542949D7D5D}"/>
          </ac:spMkLst>
        </pc:spChg>
        <pc:spChg chg="add">
          <ac:chgData name="Santiago Paúl Rodríguez Chico" userId="ea37e2fd-e349-4e79-9b98-b094330da882" providerId="ADAL" clId="{F473E878-23BB-4C6D-9B5E-1E237C2DB0A9}" dt="2025-10-18T05:24:48.698" v="79" actId="26606"/>
          <ac:spMkLst>
            <pc:docMk/>
            <pc:sldMk cId="66182870" sldId="264"/>
            <ac:spMk id="10" creationId="{3B2E3793-BFE6-45A2-9B7B-E18844431C99}"/>
          </ac:spMkLst>
        </pc:spChg>
        <pc:spChg chg="add del">
          <ac:chgData name="Santiago Paúl Rodríguez Chico" userId="ea37e2fd-e349-4e79-9b98-b094330da882" providerId="ADAL" clId="{F473E878-23BB-4C6D-9B5E-1E237C2DB0A9}" dt="2025-10-18T05:24:48.689" v="78" actId="26606"/>
          <ac:spMkLst>
            <pc:docMk/>
            <pc:sldMk cId="66182870" sldId="264"/>
            <ac:spMk id="11" creationId="{F68B3F68-107C-434F-AA38-110D5EA91B85}"/>
          </ac:spMkLst>
        </pc:spChg>
        <pc:spChg chg="add">
          <ac:chgData name="Santiago Paúl Rodríguez Chico" userId="ea37e2fd-e349-4e79-9b98-b094330da882" providerId="ADAL" clId="{F473E878-23BB-4C6D-9B5E-1E237C2DB0A9}" dt="2025-10-18T05:24:48.698" v="79" actId="26606"/>
          <ac:spMkLst>
            <pc:docMk/>
            <pc:sldMk cId="66182870" sldId="264"/>
            <ac:spMk id="12" creationId="{BC4C4868-CB8F-4AF9-9CDB-8108F2C19B67}"/>
          </ac:spMkLst>
        </pc:spChg>
        <pc:spChg chg="add del">
          <ac:chgData name="Santiago Paúl Rodríguez Chico" userId="ea37e2fd-e349-4e79-9b98-b094330da882" providerId="ADAL" clId="{F473E878-23BB-4C6D-9B5E-1E237C2DB0A9}" dt="2025-10-18T05:24:48.689" v="78" actId="26606"/>
          <ac:spMkLst>
            <pc:docMk/>
            <pc:sldMk cId="66182870" sldId="264"/>
            <ac:spMk id="13" creationId="{AAD0DBB9-1A4B-4391-81D4-CB19F9AB918A}"/>
          </ac:spMkLst>
        </pc:spChg>
        <pc:spChg chg="add">
          <ac:chgData name="Santiago Paúl Rodríguez Chico" userId="ea37e2fd-e349-4e79-9b98-b094330da882" providerId="ADAL" clId="{F473E878-23BB-4C6D-9B5E-1E237C2DB0A9}" dt="2025-10-18T05:24:48.698" v="79" actId="26606"/>
          <ac:spMkLst>
            <pc:docMk/>
            <pc:sldMk cId="66182870" sldId="264"/>
            <ac:spMk id="14" creationId="{375E0459-6403-40CD-989D-56A4407CA12E}"/>
          </ac:spMkLst>
        </pc:spChg>
        <pc:spChg chg="add del">
          <ac:chgData name="Santiago Paúl Rodríguez Chico" userId="ea37e2fd-e349-4e79-9b98-b094330da882" providerId="ADAL" clId="{F473E878-23BB-4C6D-9B5E-1E237C2DB0A9}" dt="2025-10-18T05:24:48.689" v="78" actId="26606"/>
          <ac:spMkLst>
            <pc:docMk/>
            <pc:sldMk cId="66182870" sldId="264"/>
            <ac:spMk id="15" creationId="{063BBA22-50EA-4C4D-BE05-F1CE4E63AA56}"/>
          </ac:spMkLst>
        </pc:spChg>
        <pc:spChg chg="add">
          <ac:chgData name="Santiago Paúl Rodríguez Chico" userId="ea37e2fd-e349-4e79-9b98-b094330da882" providerId="ADAL" clId="{F473E878-23BB-4C6D-9B5E-1E237C2DB0A9}" dt="2025-10-18T05:24:48.698" v="79" actId="26606"/>
          <ac:spMkLst>
            <pc:docMk/>
            <pc:sldMk cId="66182870" sldId="264"/>
            <ac:spMk id="16" creationId="{53E5B1A8-3AC9-4BD1-9BBC-78CA94F2D1BA}"/>
          </ac:spMkLst>
        </pc:spChg>
        <pc:spChg chg="add mod">
          <ac:chgData name="Santiago Paúl Rodríguez Chico" userId="ea37e2fd-e349-4e79-9b98-b094330da882" providerId="ADAL" clId="{F473E878-23BB-4C6D-9B5E-1E237C2DB0A9}" dt="2025-10-18T13:20:41.660" v="816" actId="20577"/>
          <ac:spMkLst>
            <pc:docMk/>
            <pc:sldMk cId="66182870" sldId="264"/>
            <ac:spMk id="17" creationId="{3CDAA73B-A226-7258-3296-08DE30AB5782}"/>
          </ac:spMkLst>
        </pc:spChg>
        <pc:graphicFrameChg chg="add del">
          <ac:chgData name="Santiago Paúl Rodríguez Chico" userId="ea37e2fd-e349-4e79-9b98-b094330da882" providerId="ADAL" clId="{F473E878-23BB-4C6D-9B5E-1E237C2DB0A9}" dt="2025-10-18T05:24:48.689" v="78" actId="26606"/>
          <ac:graphicFrameMkLst>
            <pc:docMk/>
            <pc:sldMk cId="66182870" sldId="264"/>
            <ac:graphicFrameMk id="5" creationId="{AD10B27C-F66D-9672-EC8D-B1EDFF2A4CD7}"/>
          </ac:graphicFrameMkLst>
        </pc:graphicFrameChg>
      </pc:sldChg>
      <pc:sldChg chg="addSp delSp modSp mod setBg">
        <pc:chgData name="Santiago Paúl Rodríguez Chico" userId="ea37e2fd-e349-4e79-9b98-b094330da882" providerId="ADAL" clId="{F473E878-23BB-4C6D-9B5E-1E237C2DB0A9}" dt="2025-10-18T05:25:38.616" v="98" actId="14100"/>
        <pc:sldMkLst>
          <pc:docMk/>
          <pc:sldMk cId="2275688068" sldId="265"/>
        </pc:sldMkLst>
        <pc:spChg chg="mod">
          <ac:chgData name="Santiago Paúl Rodríguez Chico" userId="ea37e2fd-e349-4e79-9b98-b094330da882" providerId="ADAL" clId="{F473E878-23BB-4C6D-9B5E-1E237C2DB0A9}" dt="2025-10-18T05:24:56.511" v="80" actId="26606"/>
          <ac:spMkLst>
            <pc:docMk/>
            <pc:sldMk cId="2275688068" sldId="265"/>
            <ac:spMk id="2" creationId="{9E4B96C2-FC20-9B74-8956-F72E5FEB0238}"/>
          </ac:spMkLst>
        </pc:spChg>
        <pc:spChg chg="add del">
          <ac:chgData name="Santiago Paúl Rodríguez Chico" userId="ea37e2fd-e349-4e79-9b98-b094330da882" providerId="ADAL" clId="{F473E878-23BB-4C6D-9B5E-1E237C2DB0A9}" dt="2025-10-18T05:25:00.535" v="81" actId="478"/>
          <ac:spMkLst>
            <pc:docMk/>
            <pc:sldMk cId="2275688068" sldId="265"/>
            <ac:spMk id="19" creationId="{7F9CB509-C957-CA3C-0292-9531716E3216}"/>
          </ac:spMkLst>
        </pc:spChg>
        <pc:spChg chg="add">
          <ac:chgData name="Santiago Paúl Rodríguez Chico" userId="ea37e2fd-e349-4e79-9b98-b094330da882" providerId="ADAL" clId="{F473E878-23BB-4C6D-9B5E-1E237C2DB0A9}" dt="2025-10-18T05:24:56.511" v="80" actId="26606"/>
          <ac:spMkLst>
            <pc:docMk/>
            <pc:sldMk cId="2275688068" sldId="265"/>
            <ac:spMk id="22" creationId="{040532B1-7622-4602-B898-5C84C974A02C}"/>
          </ac:spMkLst>
        </pc:spChg>
        <pc:spChg chg="add">
          <ac:chgData name="Santiago Paúl Rodríguez Chico" userId="ea37e2fd-e349-4e79-9b98-b094330da882" providerId="ADAL" clId="{F473E878-23BB-4C6D-9B5E-1E237C2DB0A9}" dt="2025-10-18T05:24:56.511" v="80" actId="26606"/>
          <ac:spMkLst>
            <pc:docMk/>
            <pc:sldMk cId="2275688068" sldId="265"/>
            <ac:spMk id="24" creationId="{8EBC75B0-D5AF-40AB-915B-EBC590D746F3}"/>
          </ac:spMkLst>
        </pc:spChg>
        <pc:spChg chg="add">
          <ac:chgData name="Santiago Paúl Rodríguez Chico" userId="ea37e2fd-e349-4e79-9b98-b094330da882" providerId="ADAL" clId="{F473E878-23BB-4C6D-9B5E-1E237C2DB0A9}" dt="2025-10-18T05:24:56.511" v="80" actId="26606"/>
          <ac:spMkLst>
            <pc:docMk/>
            <pc:sldMk cId="2275688068" sldId="265"/>
            <ac:spMk id="26" creationId="{70D16B3C-0901-4FFD-9DBF-5BC78ABC07F7}"/>
          </ac:spMkLst>
        </pc:spChg>
        <pc:spChg chg="add">
          <ac:chgData name="Santiago Paúl Rodríguez Chico" userId="ea37e2fd-e349-4e79-9b98-b094330da882" providerId="ADAL" clId="{F473E878-23BB-4C6D-9B5E-1E237C2DB0A9}" dt="2025-10-18T05:24:56.511" v="80" actId="26606"/>
          <ac:spMkLst>
            <pc:docMk/>
            <pc:sldMk cId="2275688068" sldId="265"/>
            <ac:spMk id="28" creationId="{6D49CA2C-9593-4085-9ED2-049819E74754}"/>
          </ac:spMkLst>
        </pc:spChg>
        <pc:picChg chg="mod">
          <ac:chgData name="Santiago Paúl Rodríguez Chico" userId="ea37e2fd-e349-4e79-9b98-b094330da882" providerId="ADAL" clId="{F473E878-23BB-4C6D-9B5E-1E237C2DB0A9}" dt="2025-10-18T05:25:12.239" v="87" actId="14100"/>
          <ac:picMkLst>
            <pc:docMk/>
            <pc:sldMk cId="2275688068" sldId="265"/>
            <ac:picMk id="5" creationId="{389490D0-FED9-93F7-5E83-E033163B2541}"/>
          </ac:picMkLst>
        </pc:picChg>
        <pc:picChg chg="mod ord">
          <ac:chgData name="Santiago Paúl Rodríguez Chico" userId="ea37e2fd-e349-4e79-9b98-b094330da882" providerId="ADAL" clId="{F473E878-23BB-4C6D-9B5E-1E237C2DB0A9}" dt="2025-10-18T05:25:33.259" v="97" actId="1076"/>
          <ac:picMkLst>
            <pc:docMk/>
            <pc:sldMk cId="2275688068" sldId="265"/>
            <ac:picMk id="9" creationId="{21D2578A-18D3-0C39-74BD-8252189BCA47}"/>
          </ac:picMkLst>
        </pc:picChg>
        <pc:picChg chg="mod">
          <ac:chgData name="Santiago Paúl Rodríguez Chico" userId="ea37e2fd-e349-4e79-9b98-b094330da882" providerId="ADAL" clId="{F473E878-23BB-4C6D-9B5E-1E237C2DB0A9}" dt="2025-10-18T05:25:38.616" v="98" actId="14100"/>
          <ac:picMkLst>
            <pc:docMk/>
            <pc:sldMk cId="2275688068" sldId="265"/>
            <ac:picMk id="13" creationId="{98A8578B-5155-3577-D6AB-FCBC4FA84F54}"/>
          </ac:picMkLst>
        </pc:picChg>
        <pc:picChg chg="mod">
          <ac:chgData name="Santiago Paúl Rodríguez Chico" userId="ea37e2fd-e349-4e79-9b98-b094330da882" providerId="ADAL" clId="{F473E878-23BB-4C6D-9B5E-1E237C2DB0A9}" dt="2025-10-18T05:25:16.614" v="90" actId="14100"/>
          <ac:picMkLst>
            <pc:docMk/>
            <pc:sldMk cId="2275688068" sldId="265"/>
            <ac:picMk id="15" creationId="{AA55DAFA-F06D-00F2-9690-C837606402B6}"/>
          </ac:picMkLst>
        </pc:picChg>
      </pc:sldChg>
      <pc:sldChg chg="addSp delSp modSp mod setBg">
        <pc:chgData name="Santiago Paúl Rodríguez Chico" userId="ea37e2fd-e349-4e79-9b98-b094330da882" providerId="ADAL" clId="{F473E878-23BB-4C6D-9B5E-1E237C2DB0A9}" dt="2025-10-18T05:26:59.543" v="158" actId="20577"/>
        <pc:sldMkLst>
          <pc:docMk/>
          <pc:sldMk cId="2997520371" sldId="266"/>
        </pc:sldMkLst>
        <pc:spChg chg="mod">
          <ac:chgData name="Santiago Paúl Rodríguez Chico" userId="ea37e2fd-e349-4e79-9b98-b094330da882" providerId="ADAL" clId="{F473E878-23BB-4C6D-9B5E-1E237C2DB0A9}" dt="2025-10-18T05:26:19.447" v="103" actId="26606"/>
          <ac:spMkLst>
            <pc:docMk/>
            <pc:sldMk cId="2997520371" sldId="266"/>
            <ac:spMk id="2" creationId="{BB97C9AD-E90B-AF2C-BF17-F0D54AD8815B}"/>
          </ac:spMkLst>
        </pc:spChg>
        <pc:spChg chg="add mod">
          <ac:chgData name="Santiago Paúl Rodríguez Chico" userId="ea37e2fd-e349-4e79-9b98-b094330da882" providerId="ADAL" clId="{F473E878-23BB-4C6D-9B5E-1E237C2DB0A9}" dt="2025-10-18T05:26:48.804" v="143" actId="20577"/>
          <ac:spMkLst>
            <pc:docMk/>
            <pc:sldMk cId="2997520371" sldId="266"/>
            <ac:spMk id="3" creationId="{55376671-81D3-8F00-FFD9-3B079CB059C5}"/>
          </ac:spMkLst>
        </pc:spChg>
        <pc:spChg chg="add mod">
          <ac:chgData name="Santiago Paúl Rodríguez Chico" userId="ea37e2fd-e349-4e79-9b98-b094330da882" providerId="ADAL" clId="{F473E878-23BB-4C6D-9B5E-1E237C2DB0A9}" dt="2025-10-18T05:26:59.543" v="158" actId="20577"/>
          <ac:spMkLst>
            <pc:docMk/>
            <pc:sldMk cId="2997520371" sldId="266"/>
            <ac:spMk id="4" creationId="{0CF57299-5001-BF78-9298-43594EF75704}"/>
          </ac:spMkLst>
        </pc:spChg>
        <pc:spChg chg="del">
          <ac:chgData name="Santiago Paúl Rodríguez Chico" userId="ea37e2fd-e349-4e79-9b98-b094330da882" providerId="ADAL" clId="{F473E878-23BB-4C6D-9B5E-1E237C2DB0A9}" dt="2025-10-18T05:26:15.796" v="101" actId="478"/>
          <ac:spMkLst>
            <pc:docMk/>
            <pc:sldMk cId="2997520371" sldId="266"/>
            <ac:spMk id="8" creationId="{8669EEDD-18F7-12BF-71DE-42C20FDF2773}"/>
          </ac:spMkLst>
        </pc:spChg>
        <pc:spChg chg="del">
          <ac:chgData name="Santiago Paúl Rodríguez Chico" userId="ea37e2fd-e349-4e79-9b98-b094330da882" providerId="ADAL" clId="{F473E878-23BB-4C6D-9B5E-1E237C2DB0A9}" dt="2025-10-18T05:26:17.158" v="102" actId="478"/>
          <ac:spMkLst>
            <pc:docMk/>
            <pc:sldMk cId="2997520371" sldId="266"/>
            <ac:spMk id="9" creationId="{937BB133-BA94-714A-DA47-97972620BFF6}"/>
          </ac:spMkLst>
        </pc:spChg>
        <pc:spChg chg="add">
          <ac:chgData name="Santiago Paúl Rodríguez Chico" userId="ea37e2fd-e349-4e79-9b98-b094330da882" providerId="ADAL" clId="{F473E878-23BB-4C6D-9B5E-1E237C2DB0A9}" dt="2025-10-18T05:26:19.447" v="103" actId="26606"/>
          <ac:spMkLst>
            <pc:docMk/>
            <pc:sldMk cId="2997520371" sldId="266"/>
            <ac:spMk id="12" creationId="{2151139A-886F-4B97-8815-729AD3831BBD}"/>
          </ac:spMkLst>
        </pc:spChg>
        <pc:spChg chg="add">
          <ac:chgData name="Santiago Paúl Rodríguez Chico" userId="ea37e2fd-e349-4e79-9b98-b094330da882" providerId="ADAL" clId="{F473E878-23BB-4C6D-9B5E-1E237C2DB0A9}" dt="2025-10-18T05:26:19.447" v="103" actId="26606"/>
          <ac:spMkLst>
            <pc:docMk/>
            <pc:sldMk cId="2997520371" sldId="266"/>
            <ac:spMk id="14" creationId="{AB5E08C4-8CDD-4623-A5B8-E998C6DEE3B7}"/>
          </ac:spMkLst>
        </pc:spChg>
        <pc:spChg chg="add">
          <ac:chgData name="Santiago Paúl Rodríguez Chico" userId="ea37e2fd-e349-4e79-9b98-b094330da882" providerId="ADAL" clId="{F473E878-23BB-4C6D-9B5E-1E237C2DB0A9}" dt="2025-10-18T05:26:19.447" v="103" actId="26606"/>
          <ac:spMkLst>
            <pc:docMk/>
            <pc:sldMk cId="2997520371" sldId="266"/>
            <ac:spMk id="16" creationId="{15F33878-D502-4FFA-8ACE-F2AECDB2A23F}"/>
          </ac:spMkLst>
        </pc:spChg>
        <pc:spChg chg="add">
          <ac:chgData name="Santiago Paúl Rodríguez Chico" userId="ea37e2fd-e349-4e79-9b98-b094330da882" providerId="ADAL" clId="{F473E878-23BB-4C6D-9B5E-1E237C2DB0A9}" dt="2025-10-18T05:26:19.447" v="103" actId="26606"/>
          <ac:spMkLst>
            <pc:docMk/>
            <pc:sldMk cId="2997520371" sldId="266"/>
            <ac:spMk id="18" creationId="{D3539FEE-81D3-4406-802E-60B20B16F4F6}"/>
          </ac:spMkLst>
        </pc:spChg>
        <pc:spChg chg="add">
          <ac:chgData name="Santiago Paúl Rodríguez Chico" userId="ea37e2fd-e349-4e79-9b98-b094330da882" providerId="ADAL" clId="{F473E878-23BB-4C6D-9B5E-1E237C2DB0A9}" dt="2025-10-18T05:26:19.447" v="103" actId="26606"/>
          <ac:spMkLst>
            <pc:docMk/>
            <pc:sldMk cId="2997520371" sldId="266"/>
            <ac:spMk id="20" creationId="{DC701763-729E-462F-A5A8-E0DEFEB1E2E4}"/>
          </ac:spMkLst>
        </pc:spChg>
        <pc:picChg chg="mod">
          <ac:chgData name="Santiago Paúl Rodríguez Chico" userId="ea37e2fd-e349-4e79-9b98-b094330da882" providerId="ADAL" clId="{F473E878-23BB-4C6D-9B5E-1E237C2DB0A9}" dt="2025-10-18T05:26:29.388" v="106" actId="14100"/>
          <ac:picMkLst>
            <pc:docMk/>
            <pc:sldMk cId="2997520371" sldId="266"/>
            <ac:picMk id="5" creationId="{EA257C5C-D356-2222-A123-BF0F91D06530}"/>
          </ac:picMkLst>
        </pc:picChg>
        <pc:picChg chg="mod">
          <ac:chgData name="Santiago Paúl Rodríguez Chico" userId="ea37e2fd-e349-4e79-9b98-b094330da882" providerId="ADAL" clId="{F473E878-23BB-4C6D-9B5E-1E237C2DB0A9}" dt="2025-10-18T05:26:33.189" v="108" actId="14100"/>
          <ac:picMkLst>
            <pc:docMk/>
            <pc:sldMk cId="2997520371" sldId="266"/>
            <ac:picMk id="7" creationId="{85A55966-B7F5-4D20-F0A4-BDAFDF653E7B}"/>
          </ac:picMkLst>
        </pc:picChg>
      </pc:sldChg>
      <pc:sldChg chg="addSp modSp mod setBg">
        <pc:chgData name="Santiago Paúl Rodríguez Chico" userId="ea37e2fd-e349-4e79-9b98-b094330da882" providerId="ADAL" clId="{F473E878-23BB-4C6D-9B5E-1E237C2DB0A9}" dt="2025-10-18T05:27:34.959" v="172" actId="1076"/>
        <pc:sldMkLst>
          <pc:docMk/>
          <pc:sldMk cId="3183258289" sldId="267"/>
        </pc:sldMkLst>
        <pc:spChg chg="mod">
          <ac:chgData name="Santiago Paúl Rodríguez Chico" userId="ea37e2fd-e349-4e79-9b98-b094330da882" providerId="ADAL" clId="{F473E878-23BB-4C6D-9B5E-1E237C2DB0A9}" dt="2025-10-18T05:27:12.979" v="160" actId="26606"/>
          <ac:spMkLst>
            <pc:docMk/>
            <pc:sldMk cId="3183258289" sldId="267"/>
            <ac:spMk id="2" creationId="{2725F188-16D8-3647-79D8-220DD0768589}"/>
          </ac:spMkLst>
        </pc:spChg>
        <pc:spChg chg="add">
          <ac:chgData name="Santiago Paúl Rodríguez Chico" userId="ea37e2fd-e349-4e79-9b98-b094330da882" providerId="ADAL" clId="{F473E878-23BB-4C6D-9B5E-1E237C2DB0A9}" dt="2025-10-18T05:27:12.979" v="160" actId="26606"/>
          <ac:spMkLst>
            <pc:docMk/>
            <pc:sldMk cId="3183258289" sldId="267"/>
            <ac:spMk id="12" creationId="{2151139A-886F-4B97-8815-729AD3831BBD}"/>
          </ac:spMkLst>
        </pc:spChg>
        <pc:spChg chg="add">
          <ac:chgData name="Santiago Paúl Rodríguez Chico" userId="ea37e2fd-e349-4e79-9b98-b094330da882" providerId="ADAL" clId="{F473E878-23BB-4C6D-9B5E-1E237C2DB0A9}" dt="2025-10-18T05:27:12.979" v="160" actId="26606"/>
          <ac:spMkLst>
            <pc:docMk/>
            <pc:sldMk cId="3183258289" sldId="267"/>
            <ac:spMk id="14" creationId="{AB5E08C4-8CDD-4623-A5B8-E998C6DEE3B7}"/>
          </ac:spMkLst>
        </pc:spChg>
        <pc:spChg chg="add">
          <ac:chgData name="Santiago Paúl Rodríguez Chico" userId="ea37e2fd-e349-4e79-9b98-b094330da882" providerId="ADAL" clId="{F473E878-23BB-4C6D-9B5E-1E237C2DB0A9}" dt="2025-10-18T05:27:12.979" v="160" actId="26606"/>
          <ac:spMkLst>
            <pc:docMk/>
            <pc:sldMk cId="3183258289" sldId="267"/>
            <ac:spMk id="16" creationId="{15F33878-D502-4FFA-8ACE-F2AECDB2A23F}"/>
          </ac:spMkLst>
        </pc:spChg>
        <pc:spChg chg="add">
          <ac:chgData name="Santiago Paúl Rodríguez Chico" userId="ea37e2fd-e349-4e79-9b98-b094330da882" providerId="ADAL" clId="{F473E878-23BB-4C6D-9B5E-1E237C2DB0A9}" dt="2025-10-18T05:27:12.979" v="160" actId="26606"/>
          <ac:spMkLst>
            <pc:docMk/>
            <pc:sldMk cId="3183258289" sldId="267"/>
            <ac:spMk id="18" creationId="{D3539FEE-81D3-4406-802E-60B20B16F4F6}"/>
          </ac:spMkLst>
        </pc:spChg>
        <pc:spChg chg="add">
          <ac:chgData name="Santiago Paúl Rodríguez Chico" userId="ea37e2fd-e349-4e79-9b98-b094330da882" providerId="ADAL" clId="{F473E878-23BB-4C6D-9B5E-1E237C2DB0A9}" dt="2025-10-18T05:27:12.979" v="160" actId="26606"/>
          <ac:spMkLst>
            <pc:docMk/>
            <pc:sldMk cId="3183258289" sldId="267"/>
            <ac:spMk id="20" creationId="{DC701763-729E-462F-A5A8-E0DEFEB1E2E4}"/>
          </ac:spMkLst>
        </pc:spChg>
        <pc:picChg chg="mod ord">
          <ac:chgData name="Santiago Paúl Rodríguez Chico" userId="ea37e2fd-e349-4e79-9b98-b094330da882" providerId="ADAL" clId="{F473E878-23BB-4C6D-9B5E-1E237C2DB0A9}" dt="2025-10-18T05:27:34.959" v="172" actId="1076"/>
          <ac:picMkLst>
            <pc:docMk/>
            <pc:sldMk cId="3183258289" sldId="267"/>
            <ac:picMk id="5" creationId="{EED6C19F-A3A1-0050-43B1-0F88B927B767}"/>
          </ac:picMkLst>
        </pc:picChg>
        <pc:picChg chg="mod">
          <ac:chgData name="Santiago Paúl Rodríguez Chico" userId="ea37e2fd-e349-4e79-9b98-b094330da882" providerId="ADAL" clId="{F473E878-23BB-4C6D-9B5E-1E237C2DB0A9}" dt="2025-10-18T05:27:31.509" v="171" actId="14100"/>
          <ac:picMkLst>
            <pc:docMk/>
            <pc:sldMk cId="3183258289" sldId="267"/>
            <ac:picMk id="7" creationId="{27A3C423-F992-781C-67A2-C8DDB50E352B}"/>
          </ac:picMkLst>
        </pc:picChg>
      </pc:sldChg>
      <pc:sldChg chg="addSp delSp modSp mod setBg">
        <pc:chgData name="Santiago Paúl Rodríguez Chico" userId="ea37e2fd-e349-4e79-9b98-b094330da882" providerId="ADAL" clId="{F473E878-23BB-4C6D-9B5E-1E237C2DB0A9}" dt="2025-10-18T14:04:05.857" v="1118" actId="1035"/>
        <pc:sldMkLst>
          <pc:docMk/>
          <pc:sldMk cId="3092025593" sldId="268"/>
        </pc:sldMkLst>
        <pc:spChg chg="mod">
          <ac:chgData name="Santiago Paúl Rodríguez Chico" userId="ea37e2fd-e349-4e79-9b98-b094330da882" providerId="ADAL" clId="{F473E878-23BB-4C6D-9B5E-1E237C2DB0A9}" dt="2025-10-18T05:27:50.380" v="174" actId="26606"/>
          <ac:spMkLst>
            <pc:docMk/>
            <pc:sldMk cId="3092025593" sldId="268"/>
            <ac:spMk id="2" creationId="{65B8E2D0-C5C2-5A8C-A1D3-585F743A03F5}"/>
          </ac:spMkLst>
        </pc:spChg>
        <pc:spChg chg="add del">
          <ac:chgData name="Santiago Paúl Rodríguez Chico" userId="ea37e2fd-e349-4e79-9b98-b094330da882" providerId="ADAL" clId="{F473E878-23BB-4C6D-9B5E-1E237C2DB0A9}" dt="2025-10-18T05:27:53.167" v="175" actId="478"/>
          <ac:spMkLst>
            <pc:docMk/>
            <pc:sldMk cId="3092025593" sldId="268"/>
            <ac:spMk id="13" creationId="{11C250DF-12BE-2C45-3D2F-1365AF55161C}"/>
          </ac:spMkLst>
        </pc:spChg>
        <pc:spChg chg="add">
          <ac:chgData name="Santiago Paúl Rodríguez Chico" userId="ea37e2fd-e349-4e79-9b98-b094330da882" providerId="ADAL" clId="{F473E878-23BB-4C6D-9B5E-1E237C2DB0A9}" dt="2025-10-18T05:27:50.380" v="174" actId="26606"/>
          <ac:spMkLst>
            <pc:docMk/>
            <pc:sldMk cId="3092025593" sldId="268"/>
            <ac:spMk id="16" creationId="{50D1C5B3-B60D-4696-AE60-100D5EC8AB5D}"/>
          </ac:spMkLst>
        </pc:spChg>
        <pc:grpChg chg="add">
          <ac:chgData name="Santiago Paúl Rodríguez Chico" userId="ea37e2fd-e349-4e79-9b98-b094330da882" providerId="ADAL" clId="{F473E878-23BB-4C6D-9B5E-1E237C2DB0A9}" dt="2025-10-18T05:27:50.380" v="174" actId="26606"/>
          <ac:grpSpMkLst>
            <pc:docMk/>
            <pc:sldMk cId="3092025593" sldId="268"/>
            <ac:grpSpMk id="18" creationId="{73EDDF53-0851-48D4-A466-6FE0DCE91E73}"/>
          </ac:grpSpMkLst>
        </pc:grpChg>
        <pc:picChg chg="mod ord">
          <ac:chgData name="Santiago Paúl Rodríguez Chico" userId="ea37e2fd-e349-4e79-9b98-b094330da882" providerId="ADAL" clId="{F473E878-23BB-4C6D-9B5E-1E237C2DB0A9}" dt="2025-10-18T05:28:42.747" v="195" actId="1076"/>
          <ac:picMkLst>
            <pc:docMk/>
            <pc:sldMk cId="3092025593" sldId="268"/>
            <ac:picMk id="5" creationId="{F91D320F-C767-B3C3-93F8-0A802AFA907F}"/>
          </ac:picMkLst>
        </pc:picChg>
        <pc:picChg chg="mod">
          <ac:chgData name="Santiago Paúl Rodríguez Chico" userId="ea37e2fd-e349-4e79-9b98-b094330da882" providerId="ADAL" clId="{F473E878-23BB-4C6D-9B5E-1E237C2DB0A9}" dt="2025-10-18T05:28:44.937" v="196" actId="1076"/>
          <ac:picMkLst>
            <pc:docMk/>
            <pc:sldMk cId="3092025593" sldId="268"/>
            <ac:picMk id="7" creationId="{19309994-F747-7624-2461-F60E64C2C57B}"/>
          </ac:picMkLst>
        </pc:picChg>
        <pc:picChg chg="mod">
          <ac:chgData name="Santiago Paúl Rodríguez Chico" userId="ea37e2fd-e349-4e79-9b98-b094330da882" providerId="ADAL" clId="{F473E878-23BB-4C6D-9B5E-1E237C2DB0A9}" dt="2025-10-18T14:04:05.857" v="1118" actId="1035"/>
          <ac:picMkLst>
            <pc:docMk/>
            <pc:sldMk cId="3092025593" sldId="268"/>
            <ac:picMk id="9" creationId="{65B22B98-A2AF-01AB-DB00-A4B5B168339D}"/>
          </ac:picMkLst>
        </pc:picChg>
      </pc:sldChg>
      <pc:sldChg chg="addSp modSp mod setBg">
        <pc:chgData name="Santiago Paúl Rodríguez Chico" userId="ea37e2fd-e349-4e79-9b98-b094330da882" providerId="ADAL" clId="{F473E878-23BB-4C6D-9B5E-1E237C2DB0A9}" dt="2025-10-18T05:27:45.384" v="173" actId="26606"/>
        <pc:sldMkLst>
          <pc:docMk/>
          <pc:sldMk cId="1761639146" sldId="269"/>
        </pc:sldMkLst>
        <pc:spChg chg="mod">
          <ac:chgData name="Santiago Paúl Rodríguez Chico" userId="ea37e2fd-e349-4e79-9b98-b094330da882" providerId="ADAL" clId="{F473E878-23BB-4C6D-9B5E-1E237C2DB0A9}" dt="2025-10-18T05:27:45.384" v="173" actId="26606"/>
          <ac:spMkLst>
            <pc:docMk/>
            <pc:sldMk cId="1761639146" sldId="269"/>
            <ac:spMk id="2" creationId="{8C7629EB-38AB-3244-35D8-DF9873CD78DF}"/>
          </ac:spMkLst>
        </pc:spChg>
        <pc:spChg chg="add">
          <ac:chgData name="Santiago Paúl Rodríguez Chico" userId="ea37e2fd-e349-4e79-9b98-b094330da882" providerId="ADAL" clId="{F473E878-23BB-4C6D-9B5E-1E237C2DB0A9}" dt="2025-10-18T05:27:45.384" v="173" actId="26606"/>
          <ac:spMkLst>
            <pc:docMk/>
            <pc:sldMk cId="1761639146" sldId="269"/>
            <ac:spMk id="12" creationId="{2151139A-886F-4B97-8815-729AD3831BBD}"/>
          </ac:spMkLst>
        </pc:spChg>
        <pc:spChg chg="add">
          <ac:chgData name="Santiago Paúl Rodríguez Chico" userId="ea37e2fd-e349-4e79-9b98-b094330da882" providerId="ADAL" clId="{F473E878-23BB-4C6D-9B5E-1E237C2DB0A9}" dt="2025-10-18T05:27:45.384" v="173" actId="26606"/>
          <ac:spMkLst>
            <pc:docMk/>
            <pc:sldMk cId="1761639146" sldId="269"/>
            <ac:spMk id="14" creationId="{AB5E08C4-8CDD-4623-A5B8-E998C6DEE3B7}"/>
          </ac:spMkLst>
        </pc:spChg>
        <pc:spChg chg="add">
          <ac:chgData name="Santiago Paúl Rodríguez Chico" userId="ea37e2fd-e349-4e79-9b98-b094330da882" providerId="ADAL" clId="{F473E878-23BB-4C6D-9B5E-1E237C2DB0A9}" dt="2025-10-18T05:27:45.384" v="173" actId="26606"/>
          <ac:spMkLst>
            <pc:docMk/>
            <pc:sldMk cId="1761639146" sldId="269"/>
            <ac:spMk id="16" creationId="{15F33878-D502-4FFA-8ACE-F2AECDB2A23F}"/>
          </ac:spMkLst>
        </pc:spChg>
        <pc:spChg chg="add">
          <ac:chgData name="Santiago Paúl Rodríguez Chico" userId="ea37e2fd-e349-4e79-9b98-b094330da882" providerId="ADAL" clId="{F473E878-23BB-4C6D-9B5E-1E237C2DB0A9}" dt="2025-10-18T05:27:45.384" v="173" actId="26606"/>
          <ac:spMkLst>
            <pc:docMk/>
            <pc:sldMk cId="1761639146" sldId="269"/>
            <ac:spMk id="18" creationId="{D3539FEE-81D3-4406-802E-60B20B16F4F6}"/>
          </ac:spMkLst>
        </pc:spChg>
        <pc:spChg chg="add">
          <ac:chgData name="Santiago Paúl Rodríguez Chico" userId="ea37e2fd-e349-4e79-9b98-b094330da882" providerId="ADAL" clId="{F473E878-23BB-4C6D-9B5E-1E237C2DB0A9}" dt="2025-10-18T05:27:45.384" v="173" actId="26606"/>
          <ac:spMkLst>
            <pc:docMk/>
            <pc:sldMk cId="1761639146" sldId="269"/>
            <ac:spMk id="20" creationId="{DC701763-729E-462F-A5A8-E0DEFEB1E2E4}"/>
          </ac:spMkLst>
        </pc:spChg>
        <pc:picChg chg="mod">
          <ac:chgData name="Santiago Paúl Rodríguez Chico" userId="ea37e2fd-e349-4e79-9b98-b094330da882" providerId="ADAL" clId="{F473E878-23BB-4C6D-9B5E-1E237C2DB0A9}" dt="2025-10-18T05:27:45.384" v="173" actId="26606"/>
          <ac:picMkLst>
            <pc:docMk/>
            <pc:sldMk cId="1761639146" sldId="269"/>
            <ac:picMk id="5" creationId="{C98C28EA-A833-9960-5328-FFC9FAE92CF4}"/>
          </ac:picMkLst>
        </pc:picChg>
        <pc:picChg chg="mod">
          <ac:chgData name="Santiago Paúl Rodríguez Chico" userId="ea37e2fd-e349-4e79-9b98-b094330da882" providerId="ADAL" clId="{F473E878-23BB-4C6D-9B5E-1E237C2DB0A9}" dt="2025-10-18T05:27:45.384" v="173" actId="26606"/>
          <ac:picMkLst>
            <pc:docMk/>
            <pc:sldMk cId="1761639146" sldId="269"/>
            <ac:picMk id="7" creationId="{8F460357-5A7B-9069-AE3D-AAF29315C468}"/>
          </ac:picMkLst>
        </pc:picChg>
      </pc:sldChg>
      <pc:sldChg chg="addSp delSp modSp mod setBg">
        <pc:chgData name="Santiago Paúl Rodríguez Chico" userId="ea37e2fd-e349-4e79-9b98-b094330da882" providerId="ADAL" clId="{F473E878-23BB-4C6D-9B5E-1E237C2DB0A9}" dt="2025-10-18T05:24:09.803" v="63" actId="1076"/>
        <pc:sldMkLst>
          <pc:docMk/>
          <pc:sldMk cId="1968773225" sldId="270"/>
        </pc:sldMkLst>
        <pc:spChg chg="mod">
          <ac:chgData name="Santiago Paúl Rodríguez Chico" userId="ea37e2fd-e349-4e79-9b98-b094330da882" providerId="ADAL" clId="{F473E878-23BB-4C6D-9B5E-1E237C2DB0A9}" dt="2025-10-18T05:23:33.315" v="50" actId="26606"/>
          <ac:spMkLst>
            <pc:docMk/>
            <pc:sldMk cId="1968773225" sldId="270"/>
            <ac:spMk id="2" creationId="{2A71EA4B-AF20-9820-4322-257A734B8997}"/>
          </ac:spMkLst>
        </pc:spChg>
        <pc:spChg chg="add del">
          <ac:chgData name="Santiago Paúl Rodríguez Chico" userId="ea37e2fd-e349-4e79-9b98-b094330da882" providerId="ADAL" clId="{F473E878-23BB-4C6D-9B5E-1E237C2DB0A9}" dt="2025-10-18T05:23:30.695" v="47" actId="26606"/>
          <ac:spMkLst>
            <pc:docMk/>
            <pc:sldMk cId="1968773225" sldId="270"/>
            <ac:spMk id="17" creationId="{CD7370B3-CA5D-BDF5-E2D8-2DD9E03F867A}"/>
          </ac:spMkLst>
        </pc:spChg>
        <pc:spChg chg="add del">
          <ac:chgData name="Santiago Paúl Rodríguez Chico" userId="ea37e2fd-e349-4e79-9b98-b094330da882" providerId="ADAL" clId="{F473E878-23BB-4C6D-9B5E-1E237C2DB0A9}" dt="2025-10-18T05:23:26.700" v="45" actId="26606"/>
          <ac:spMkLst>
            <pc:docMk/>
            <pc:sldMk cId="1968773225" sldId="270"/>
            <ac:spMk id="18" creationId="{9CB95732-565A-4D2C-A3AB-CC460C0D3826}"/>
          </ac:spMkLst>
        </pc:spChg>
        <pc:spChg chg="add del">
          <ac:chgData name="Santiago Paúl Rodríguez Chico" userId="ea37e2fd-e349-4e79-9b98-b094330da882" providerId="ADAL" clId="{F473E878-23BB-4C6D-9B5E-1E237C2DB0A9}" dt="2025-10-18T05:23:26.700" v="45" actId="26606"/>
          <ac:spMkLst>
            <pc:docMk/>
            <pc:sldMk cId="1968773225" sldId="270"/>
            <ac:spMk id="20" creationId="{E19B653C-798C-4333-8452-3DF3AE3C1D11}"/>
          </ac:spMkLst>
        </pc:spChg>
        <pc:spChg chg="add del">
          <ac:chgData name="Santiago Paúl Rodríguez Chico" userId="ea37e2fd-e349-4e79-9b98-b094330da882" providerId="ADAL" clId="{F473E878-23BB-4C6D-9B5E-1E237C2DB0A9}" dt="2025-10-18T05:23:26.700" v="45" actId="26606"/>
          <ac:spMkLst>
            <pc:docMk/>
            <pc:sldMk cId="1968773225" sldId="270"/>
            <ac:spMk id="22" creationId="{0FE50278-E2EC-42B2-A1F1-921DD39901C4}"/>
          </ac:spMkLst>
        </pc:spChg>
        <pc:spChg chg="add del">
          <ac:chgData name="Santiago Paúl Rodríguez Chico" userId="ea37e2fd-e349-4e79-9b98-b094330da882" providerId="ADAL" clId="{F473E878-23BB-4C6D-9B5E-1E237C2DB0A9}" dt="2025-10-18T05:23:26.700" v="45" actId="26606"/>
          <ac:spMkLst>
            <pc:docMk/>
            <pc:sldMk cId="1968773225" sldId="270"/>
            <ac:spMk id="24" creationId="{1236153F-0DB4-40DD-87C6-B40C1B7E282C}"/>
          </ac:spMkLst>
        </pc:spChg>
        <pc:spChg chg="add del">
          <ac:chgData name="Santiago Paúl Rodríguez Chico" userId="ea37e2fd-e349-4e79-9b98-b094330da882" providerId="ADAL" clId="{F473E878-23BB-4C6D-9B5E-1E237C2DB0A9}" dt="2025-10-18T05:23:30.695" v="47" actId="26606"/>
          <ac:spMkLst>
            <pc:docMk/>
            <pc:sldMk cId="1968773225" sldId="270"/>
            <ac:spMk id="26" creationId="{E7D0A197-F7EC-4629-86FB-48D5D3B829AB}"/>
          </ac:spMkLst>
        </pc:spChg>
        <pc:spChg chg="add del">
          <ac:chgData name="Santiago Paúl Rodríguez Chico" userId="ea37e2fd-e349-4e79-9b98-b094330da882" providerId="ADAL" clId="{F473E878-23BB-4C6D-9B5E-1E237C2DB0A9}" dt="2025-10-18T05:23:30.695" v="47" actId="26606"/>
          <ac:spMkLst>
            <pc:docMk/>
            <pc:sldMk cId="1968773225" sldId="270"/>
            <ac:spMk id="27" creationId="{50D1C5B3-B60D-4696-AE60-100D5EC8AB5D}"/>
          </ac:spMkLst>
        </pc:spChg>
        <pc:spChg chg="add del">
          <ac:chgData name="Santiago Paúl Rodríguez Chico" userId="ea37e2fd-e349-4e79-9b98-b094330da882" providerId="ADAL" clId="{F473E878-23BB-4C6D-9B5E-1E237C2DB0A9}" dt="2025-10-18T05:23:30.695" v="47" actId="26606"/>
          <ac:spMkLst>
            <pc:docMk/>
            <pc:sldMk cId="1968773225" sldId="270"/>
            <ac:spMk id="28" creationId="{47251444-A29D-44A8-9E2E-263F0C215B1F}"/>
          </ac:spMkLst>
        </pc:spChg>
        <pc:spChg chg="add del">
          <ac:chgData name="Santiago Paúl Rodríguez Chico" userId="ea37e2fd-e349-4e79-9b98-b094330da882" providerId="ADAL" clId="{F473E878-23BB-4C6D-9B5E-1E237C2DB0A9}" dt="2025-10-18T05:23:30.695" v="47" actId="26606"/>
          <ac:spMkLst>
            <pc:docMk/>
            <pc:sldMk cId="1968773225" sldId="270"/>
            <ac:spMk id="29" creationId="{6C45AC87-1D03-4452-BBE4-712E10796A83}"/>
          </ac:spMkLst>
        </pc:spChg>
        <pc:spChg chg="add del">
          <ac:chgData name="Santiago Paúl Rodríguez Chico" userId="ea37e2fd-e349-4e79-9b98-b094330da882" providerId="ADAL" clId="{F473E878-23BB-4C6D-9B5E-1E237C2DB0A9}" dt="2025-10-18T05:23:30.695" v="47" actId="26606"/>
          <ac:spMkLst>
            <pc:docMk/>
            <pc:sldMk cId="1968773225" sldId="270"/>
            <ac:spMk id="30" creationId="{D3A66E38-056D-4A0A-BF1D-682AB0529888}"/>
          </ac:spMkLst>
        </pc:spChg>
        <pc:spChg chg="add del">
          <ac:chgData name="Santiago Paúl Rodríguez Chico" userId="ea37e2fd-e349-4e79-9b98-b094330da882" providerId="ADAL" clId="{F473E878-23BB-4C6D-9B5E-1E237C2DB0A9}" dt="2025-10-18T05:23:33.310" v="49" actId="26606"/>
          <ac:spMkLst>
            <pc:docMk/>
            <pc:sldMk cId="1968773225" sldId="270"/>
            <ac:spMk id="32" creationId="{50D1C5B3-B60D-4696-AE60-100D5EC8AB5D}"/>
          </ac:spMkLst>
        </pc:spChg>
        <pc:spChg chg="add del">
          <ac:chgData name="Santiago Paúl Rodríguez Chico" userId="ea37e2fd-e349-4e79-9b98-b094330da882" providerId="ADAL" clId="{F473E878-23BB-4C6D-9B5E-1E237C2DB0A9}" dt="2025-10-18T05:23:33.310" v="49" actId="26606"/>
          <ac:spMkLst>
            <pc:docMk/>
            <pc:sldMk cId="1968773225" sldId="270"/>
            <ac:spMk id="35" creationId="{43BDFBDF-3509-C041-8DF5-DC8E3CC36C27}"/>
          </ac:spMkLst>
        </pc:spChg>
        <pc:spChg chg="add">
          <ac:chgData name="Santiago Paúl Rodríguez Chico" userId="ea37e2fd-e349-4e79-9b98-b094330da882" providerId="ADAL" clId="{F473E878-23BB-4C6D-9B5E-1E237C2DB0A9}" dt="2025-10-18T05:23:33.315" v="50" actId="26606"/>
          <ac:spMkLst>
            <pc:docMk/>
            <pc:sldMk cId="1968773225" sldId="270"/>
            <ac:spMk id="37" creationId="{9CB95732-565A-4D2C-A3AB-CC460C0D3826}"/>
          </ac:spMkLst>
        </pc:spChg>
        <pc:spChg chg="add">
          <ac:chgData name="Santiago Paúl Rodríguez Chico" userId="ea37e2fd-e349-4e79-9b98-b094330da882" providerId="ADAL" clId="{F473E878-23BB-4C6D-9B5E-1E237C2DB0A9}" dt="2025-10-18T05:23:33.315" v="50" actId="26606"/>
          <ac:spMkLst>
            <pc:docMk/>
            <pc:sldMk cId="1968773225" sldId="270"/>
            <ac:spMk id="38" creationId="{E19B653C-798C-4333-8452-3DF3AE3C1D11}"/>
          </ac:spMkLst>
        </pc:spChg>
        <pc:spChg chg="add">
          <ac:chgData name="Santiago Paúl Rodríguez Chico" userId="ea37e2fd-e349-4e79-9b98-b094330da882" providerId="ADAL" clId="{F473E878-23BB-4C6D-9B5E-1E237C2DB0A9}" dt="2025-10-18T05:23:33.315" v="50" actId="26606"/>
          <ac:spMkLst>
            <pc:docMk/>
            <pc:sldMk cId="1968773225" sldId="270"/>
            <ac:spMk id="39" creationId="{0FE50278-E2EC-42B2-A1F1-921DD39901C4}"/>
          </ac:spMkLst>
        </pc:spChg>
        <pc:spChg chg="add">
          <ac:chgData name="Santiago Paúl Rodríguez Chico" userId="ea37e2fd-e349-4e79-9b98-b094330da882" providerId="ADAL" clId="{F473E878-23BB-4C6D-9B5E-1E237C2DB0A9}" dt="2025-10-18T05:23:33.315" v="50" actId="26606"/>
          <ac:spMkLst>
            <pc:docMk/>
            <pc:sldMk cId="1968773225" sldId="270"/>
            <ac:spMk id="40" creationId="{1236153F-0DB4-40DD-87C6-B40C1B7E282C}"/>
          </ac:spMkLst>
        </pc:spChg>
        <pc:grpChg chg="add del">
          <ac:chgData name="Santiago Paúl Rodríguez Chico" userId="ea37e2fd-e349-4e79-9b98-b094330da882" providerId="ADAL" clId="{F473E878-23BB-4C6D-9B5E-1E237C2DB0A9}" dt="2025-10-18T05:23:33.310" v="49" actId="26606"/>
          <ac:grpSpMkLst>
            <pc:docMk/>
            <pc:sldMk cId="1968773225" sldId="270"/>
            <ac:grpSpMk id="33" creationId="{73EDDF53-0851-48D4-A466-6FE0DCE91E73}"/>
          </ac:grpSpMkLst>
        </pc:grpChg>
        <pc:picChg chg="mod">
          <ac:chgData name="Santiago Paúl Rodríguez Chico" userId="ea37e2fd-e349-4e79-9b98-b094330da882" providerId="ADAL" clId="{F473E878-23BB-4C6D-9B5E-1E237C2DB0A9}" dt="2025-10-18T05:24:09.803" v="63" actId="1076"/>
          <ac:picMkLst>
            <pc:docMk/>
            <pc:sldMk cId="1968773225" sldId="270"/>
            <ac:picMk id="5" creationId="{155E31C2-9A01-5905-AF27-7E26EB226FA3}"/>
          </ac:picMkLst>
        </pc:picChg>
        <pc:picChg chg="mod ord">
          <ac:chgData name="Santiago Paúl Rodríguez Chico" userId="ea37e2fd-e349-4e79-9b98-b094330da882" providerId="ADAL" clId="{F473E878-23BB-4C6D-9B5E-1E237C2DB0A9}" dt="2025-10-18T05:24:04.407" v="61" actId="1076"/>
          <ac:picMkLst>
            <pc:docMk/>
            <pc:sldMk cId="1968773225" sldId="270"/>
            <ac:picMk id="11" creationId="{1CED01E9-C59F-5FAF-D759-0A84D5C34B62}"/>
          </ac:picMkLst>
        </pc:picChg>
        <pc:picChg chg="mod ord">
          <ac:chgData name="Santiago Paúl Rodríguez Chico" userId="ea37e2fd-e349-4e79-9b98-b094330da882" providerId="ADAL" clId="{F473E878-23BB-4C6D-9B5E-1E237C2DB0A9}" dt="2025-10-18T05:24:07.900" v="62" actId="1076"/>
          <ac:picMkLst>
            <pc:docMk/>
            <pc:sldMk cId="1968773225" sldId="270"/>
            <ac:picMk id="13" creationId="{7CB819C1-E4CC-004F-A3BB-E71613C1C85A}"/>
          </ac:picMkLst>
        </pc:picChg>
      </pc:sldChg>
      <pc:sldChg chg="addSp modSp mod setBg">
        <pc:chgData name="Santiago Paúl Rodríguez Chico" userId="ea37e2fd-e349-4e79-9b98-b094330da882" providerId="ADAL" clId="{F473E878-23BB-4C6D-9B5E-1E237C2DB0A9}" dt="2025-10-18T05:24:39.448" v="76" actId="1076"/>
        <pc:sldMkLst>
          <pc:docMk/>
          <pc:sldMk cId="4162169303" sldId="271"/>
        </pc:sldMkLst>
        <pc:spChg chg="mod">
          <ac:chgData name="Santiago Paúl Rodríguez Chico" userId="ea37e2fd-e349-4e79-9b98-b094330da882" providerId="ADAL" clId="{F473E878-23BB-4C6D-9B5E-1E237C2DB0A9}" dt="2025-10-18T05:24:18.905" v="64" actId="26606"/>
          <ac:spMkLst>
            <pc:docMk/>
            <pc:sldMk cId="4162169303" sldId="271"/>
            <ac:spMk id="2" creationId="{4F7D57BE-5B82-8482-95CA-A87B2E767C1E}"/>
          </ac:spMkLst>
        </pc:spChg>
        <pc:spChg chg="add">
          <ac:chgData name="Santiago Paúl Rodríguez Chico" userId="ea37e2fd-e349-4e79-9b98-b094330da882" providerId="ADAL" clId="{F473E878-23BB-4C6D-9B5E-1E237C2DB0A9}" dt="2025-10-18T05:24:18.905" v="64" actId="26606"/>
          <ac:spMkLst>
            <pc:docMk/>
            <pc:sldMk cId="4162169303" sldId="271"/>
            <ac:spMk id="14" creationId="{9CB95732-565A-4D2C-A3AB-CC460C0D3826}"/>
          </ac:spMkLst>
        </pc:spChg>
        <pc:spChg chg="add">
          <ac:chgData name="Santiago Paúl Rodríguez Chico" userId="ea37e2fd-e349-4e79-9b98-b094330da882" providerId="ADAL" clId="{F473E878-23BB-4C6D-9B5E-1E237C2DB0A9}" dt="2025-10-18T05:24:18.905" v="64" actId="26606"/>
          <ac:spMkLst>
            <pc:docMk/>
            <pc:sldMk cId="4162169303" sldId="271"/>
            <ac:spMk id="16" creationId="{E19B653C-798C-4333-8452-3DF3AE3C1D11}"/>
          </ac:spMkLst>
        </pc:spChg>
        <pc:spChg chg="add">
          <ac:chgData name="Santiago Paúl Rodríguez Chico" userId="ea37e2fd-e349-4e79-9b98-b094330da882" providerId="ADAL" clId="{F473E878-23BB-4C6D-9B5E-1E237C2DB0A9}" dt="2025-10-18T05:24:18.905" v="64" actId="26606"/>
          <ac:spMkLst>
            <pc:docMk/>
            <pc:sldMk cId="4162169303" sldId="271"/>
            <ac:spMk id="18" creationId="{0FE50278-E2EC-42B2-A1F1-921DD39901C4}"/>
          </ac:spMkLst>
        </pc:spChg>
        <pc:spChg chg="add">
          <ac:chgData name="Santiago Paúl Rodríguez Chico" userId="ea37e2fd-e349-4e79-9b98-b094330da882" providerId="ADAL" clId="{F473E878-23BB-4C6D-9B5E-1E237C2DB0A9}" dt="2025-10-18T05:24:18.905" v="64" actId="26606"/>
          <ac:spMkLst>
            <pc:docMk/>
            <pc:sldMk cId="4162169303" sldId="271"/>
            <ac:spMk id="20" creationId="{1236153F-0DB4-40DD-87C6-B40C1B7E282C}"/>
          </ac:spMkLst>
        </pc:spChg>
        <pc:picChg chg="mod">
          <ac:chgData name="Santiago Paúl Rodríguez Chico" userId="ea37e2fd-e349-4e79-9b98-b094330da882" providerId="ADAL" clId="{F473E878-23BB-4C6D-9B5E-1E237C2DB0A9}" dt="2025-10-18T05:24:28.348" v="69" actId="1076"/>
          <ac:picMkLst>
            <pc:docMk/>
            <pc:sldMk cId="4162169303" sldId="271"/>
            <ac:picMk id="6" creationId="{D7B7A96A-37BC-D1F5-F9BE-86623D453877}"/>
          </ac:picMkLst>
        </pc:picChg>
        <pc:picChg chg="mod">
          <ac:chgData name="Santiago Paúl Rodríguez Chico" userId="ea37e2fd-e349-4e79-9b98-b094330da882" providerId="ADAL" clId="{F473E878-23BB-4C6D-9B5E-1E237C2DB0A9}" dt="2025-10-18T05:24:37.410" v="75" actId="1076"/>
          <ac:picMkLst>
            <pc:docMk/>
            <pc:sldMk cId="4162169303" sldId="271"/>
            <ac:picMk id="7" creationId="{6047F617-F407-DDCD-ADA7-1458A2D58F88}"/>
          </ac:picMkLst>
        </pc:picChg>
        <pc:picChg chg="mod ord">
          <ac:chgData name="Santiago Paúl Rodríguez Chico" userId="ea37e2fd-e349-4e79-9b98-b094330da882" providerId="ADAL" clId="{F473E878-23BB-4C6D-9B5E-1E237C2DB0A9}" dt="2025-10-18T05:24:39.448" v="76" actId="1076"/>
          <ac:picMkLst>
            <pc:docMk/>
            <pc:sldMk cId="4162169303" sldId="271"/>
            <ac:picMk id="9" creationId="{F86A584D-9754-3156-EB22-625F79374FB9}"/>
          </ac:picMkLst>
        </pc:picChg>
      </pc:sldChg>
      <pc:sldChg chg="delSp add del setBg delDesignElem">
        <pc:chgData name="Santiago Paúl Rodríguez Chico" userId="ea37e2fd-e349-4e79-9b98-b094330da882" providerId="ADAL" clId="{F473E878-23BB-4C6D-9B5E-1E237C2DB0A9}" dt="2025-10-18T05:27:07.344" v="159" actId="47"/>
        <pc:sldMkLst>
          <pc:docMk/>
          <pc:sldMk cId="716379879" sldId="272"/>
        </pc:sldMkLst>
        <pc:spChg chg="del">
          <ac:chgData name="Santiago Paúl Rodríguez Chico" userId="ea37e2fd-e349-4e79-9b98-b094330da882" providerId="ADAL" clId="{F473E878-23BB-4C6D-9B5E-1E237C2DB0A9}" dt="2025-10-18T05:25:50.483" v="100"/>
          <ac:spMkLst>
            <pc:docMk/>
            <pc:sldMk cId="716379879" sldId="272"/>
            <ac:spMk id="22" creationId="{618D0A31-4623-94EA-1AB1-C12ADF5B406F}"/>
          </ac:spMkLst>
        </pc:spChg>
        <pc:spChg chg="del">
          <ac:chgData name="Santiago Paúl Rodríguez Chico" userId="ea37e2fd-e349-4e79-9b98-b094330da882" providerId="ADAL" clId="{F473E878-23BB-4C6D-9B5E-1E237C2DB0A9}" dt="2025-10-18T05:25:50.483" v="100"/>
          <ac:spMkLst>
            <pc:docMk/>
            <pc:sldMk cId="716379879" sldId="272"/>
            <ac:spMk id="24" creationId="{6F7A1298-7AC8-7ED3-CB11-9FEC1B01AC45}"/>
          </ac:spMkLst>
        </pc:spChg>
        <pc:spChg chg="del">
          <ac:chgData name="Santiago Paúl Rodríguez Chico" userId="ea37e2fd-e349-4e79-9b98-b094330da882" providerId="ADAL" clId="{F473E878-23BB-4C6D-9B5E-1E237C2DB0A9}" dt="2025-10-18T05:25:50.483" v="100"/>
          <ac:spMkLst>
            <pc:docMk/>
            <pc:sldMk cId="716379879" sldId="272"/>
            <ac:spMk id="26" creationId="{F025270E-0038-7F21-AAA0-D614A2BDC115}"/>
          </ac:spMkLst>
        </pc:spChg>
        <pc:spChg chg="del">
          <ac:chgData name="Santiago Paúl Rodríguez Chico" userId="ea37e2fd-e349-4e79-9b98-b094330da882" providerId="ADAL" clId="{F473E878-23BB-4C6D-9B5E-1E237C2DB0A9}" dt="2025-10-18T05:25:50.483" v="100"/>
          <ac:spMkLst>
            <pc:docMk/>
            <pc:sldMk cId="716379879" sldId="272"/>
            <ac:spMk id="28" creationId="{EB4EEF4A-9434-4AA5-7B08-9D6942B363D2}"/>
          </ac:spMkLst>
        </pc:spChg>
      </pc:sldChg>
      <pc:sldChg chg="addSp modSp new mod setBg">
        <pc:chgData name="Santiago Paúl Rodríguez Chico" userId="ea37e2fd-e349-4e79-9b98-b094330da882" providerId="ADAL" clId="{F473E878-23BB-4C6D-9B5E-1E237C2DB0A9}" dt="2025-10-18T14:07:48.585" v="1169" actId="20577"/>
        <pc:sldMkLst>
          <pc:docMk/>
          <pc:sldMk cId="4013903700" sldId="272"/>
        </pc:sldMkLst>
        <pc:spChg chg="mod">
          <ac:chgData name="Santiago Paúl Rodríguez Chico" userId="ea37e2fd-e349-4e79-9b98-b094330da882" providerId="ADAL" clId="{F473E878-23BB-4C6D-9B5E-1E237C2DB0A9}" dt="2025-10-18T13:22:29.763" v="1111" actId="20577"/>
          <ac:spMkLst>
            <pc:docMk/>
            <pc:sldMk cId="4013903700" sldId="272"/>
            <ac:spMk id="2" creationId="{7010757B-E917-5B16-0EB8-5906ED94F8D6}"/>
          </ac:spMkLst>
        </pc:spChg>
        <pc:spChg chg="mod">
          <ac:chgData name="Santiago Paúl Rodríguez Chico" userId="ea37e2fd-e349-4e79-9b98-b094330da882" providerId="ADAL" clId="{F473E878-23BB-4C6D-9B5E-1E237C2DB0A9}" dt="2025-10-18T14:07:48.585" v="1169" actId="20577"/>
          <ac:spMkLst>
            <pc:docMk/>
            <pc:sldMk cId="4013903700" sldId="272"/>
            <ac:spMk id="3" creationId="{734BF665-0E85-4269-C290-EB03E26275DF}"/>
          </ac:spMkLst>
        </pc:spChg>
        <pc:spChg chg="add">
          <ac:chgData name="Santiago Paúl Rodríguez Chico" userId="ea37e2fd-e349-4e79-9b98-b094330da882" providerId="ADAL" clId="{F473E878-23BB-4C6D-9B5E-1E237C2DB0A9}" dt="2025-10-18T13:19:46.863" v="756" actId="26606"/>
          <ac:spMkLst>
            <pc:docMk/>
            <pc:sldMk cId="4013903700" sldId="272"/>
            <ac:spMk id="8" creationId="{1B15ED52-F352-441B-82BF-E0EA34836D08}"/>
          </ac:spMkLst>
        </pc:spChg>
        <pc:spChg chg="add">
          <ac:chgData name="Santiago Paúl Rodríguez Chico" userId="ea37e2fd-e349-4e79-9b98-b094330da882" providerId="ADAL" clId="{F473E878-23BB-4C6D-9B5E-1E237C2DB0A9}" dt="2025-10-18T13:19:46.863" v="756" actId="26606"/>
          <ac:spMkLst>
            <pc:docMk/>
            <pc:sldMk cId="4013903700" sldId="272"/>
            <ac:spMk id="10" creationId="{3B2E3793-BFE6-45A2-9B7B-E18844431C99}"/>
          </ac:spMkLst>
        </pc:spChg>
        <pc:spChg chg="add">
          <ac:chgData name="Santiago Paúl Rodríguez Chico" userId="ea37e2fd-e349-4e79-9b98-b094330da882" providerId="ADAL" clId="{F473E878-23BB-4C6D-9B5E-1E237C2DB0A9}" dt="2025-10-18T13:19:46.863" v="756" actId="26606"/>
          <ac:spMkLst>
            <pc:docMk/>
            <pc:sldMk cId="4013903700" sldId="272"/>
            <ac:spMk id="12" creationId="{BC4C4868-CB8F-4AF9-9CDB-8108F2C19B67}"/>
          </ac:spMkLst>
        </pc:spChg>
        <pc:spChg chg="add">
          <ac:chgData name="Santiago Paúl Rodríguez Chico" userId="ea37e2fd-e349-4e79-9b98-b094330da882" providerId="ADAL" clId="{F473E878-23BB-4C6D-9B5E-1E237C2DB0A9}" dt="2025-10-18T13:19:46.863" v="756" actId="26606"/>
          <ac:spMkLst>
            <pc:docMk/>
            <pc:sldMk cId="4013903700" sldId="272"/>
            <ac:spMk id="14" creationId="{375E0459-6403-40CD-989D-56A4407CA12E}"/>
          </ac:spMkLst>
        </pc:spChg>
        <pc:spChg chg="add">
          <ac:chgData name="Santiago Paúl Rodríguez Chico" userId="ea37e2fd-e349-4e79-9b98-b094330da882" providerId="ADAL" clId="{F473E878-23BB-4C6D-9B5E-1E237C2DB0A9}" dt="2025-10-18T13:19:46.863" v="756" actId="26606"/>
          <ac:spMkLst>
            <pc:docMk/>
            <pc:sldMk cId="4013903700" sldId="272"/>
            <ac:spMk id="16" creationId="{53E5B1A8-3AC9-4BD1-9BBC-78CA94F2D1BA}"/>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A78478-9902-4925-ABDE-B4FB1FE4970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F151F92-1D23-4C74-B8B5-EEBC4580C433}">
      <dgm:prSet/>
      <dgm:spPr/>
      <dgm:t>
        <a:bodyPr/>
        <a:lstStyle/>
        <a:p>
          <a:r>
            <a:rPr lang="es-EC"/>
            <a:t>Los datos fueron obtenidos de Yahoo finance, Open Insider, Alpha Vantage, Data Roma.</a:t>
          </a:r>
          <a:endParaRPr lang="en-US"/>
        </a:p>
      </dgm:t>
    </dgm:pt>
    <dgm:pt modelId="{5F952875-CF42-421A-922A-406E0D9081F3}" type="parTrans" cxnId="{85EF4208-E12F-4B34-864B-CF95254AA4B3}">
      <dgm:prSet/>
      <dgm:spPr/>
      <dgm:t>
        <a:bodyPr/>
        <a:lstStyle/>
        <a:p>
          <a:endParaRPr lang="en-US"/>
        </a:p>
      </dgm:t>
    </dgm:pt>
    <dgm:pt modelId="{BC6AAA56-EE47-413C-B26E-F2119CFBEF1D}" type="sibTrans" cxnId="{85EF4208-E12F-4B34-864B-CF95254AA4B3}">
      <dgm:prSet/>
      <dgm:spPr/>
      <dgm:t>
        <a:bodyPr/>
        <a:lstStyle/>
        <a:p>
          <a:endParaRPr lang="en-US"/>
        </a:p>
      </dgm:t>
    </dgm:pt>
    <dgm:pt modelId="{44279877-2823-42BB-9B41-3AA3C0AF49EC}">
      <dgm:prSet/>
      <dgm:spPr/>
      <dgm:t>
        <a:bodyPr/>
        <a:lstStyle/>
        <a:p>
          <a:r>
            <a:rPr lang="es-EC"/>
            <a:t>Se utilizaron API’s y Web Scrapping</a:t>
          </a:r>
          <a:endParaRPr lang="en-US"/>
        </a:p>
      </dgm:t>
    </dgm:pt>
    <dgm:pt modelId="{7087F010-05C7-4AA2-AABC-5367C50A572D}" type="parTrans" cxnId="{1FC1FCC9-0305-4CF3-A164-9FFA05471623}">
      <dgm:prSet/>
      <dgm:spPr/>
      <dgm:t>
        <a:bodyPr/>
        <a:lstStyle/>
        <a:p>
          <a:endParaRPr lang="en-US"/>
        </a:p>
      </dgm:t>
    </dgm:pt>
    <dgm:pt modelId="{D4071FC3-ABC7-4F36-BEAF-E1EFC0A210BE}" type="sibTrans" cxnId="{1FC1FCC9-0305-4CF3-A164-9FFA05471623}">
      <dgm:prSet/>
      <dgm:spPr/>
      <dgm:t>
        <a:bodyPr/>
        <a:lstStyle/>
        <a:p>
          <a:endParaRPr lang="en-US"/>
        </a:p>
      </dgm:t>
    </dgm:pt>
    <dgm:pt modelId="{7E855893-B9DB-4539-8181-C909E3E5C6FB}">
      <dgm:prSet/>
      <dgm:spPr/>
      <dgm:t>
        <a:bodyPr/>
        <a:lstStyle/>
        <a:p>
          <a:r>
            <a:rPr lang="es-EC"/>
            <a:t>10876 registros y 14 columnas</a:t>
          </a:r>
          <a:endParaRPr lang="en-US"/>
        </a:p>
      </dgm:t>
    </dgm:pt>
    <dgm:pt modelId="{4DE76975-7958-4D8E-87E0-CBB115DE818E}" type="parTrans" cxnId="{367B921C-59C8-4E95-B459-68E236D42050}">
      <dgm:prSet/>
      <dgm:spPr/>
      <dgm:t>
        <a:bodyPr/>
        <a:lstStyle/>
        <a:p>
          <a:endParaRPr lang="en-US"/>
        </a:p>
      </dgm:t>
    </dgm:pt>
    <dgm:pt modelId="{4D3110F2-6865-498B-AEB7-84B67C37E17D}" type="sibTrans" cxnId="{367B921C-59C8-4E95-B459-68E236D42050}">
      <dgm:prSet/>
      <dgm:spPr/>
      <dgm:t>
        <a:bodyPr/>
        <a:lstStyle/>
        <a:p>
          <a:endParaRPr lang="en-US"/>
        </a:p>
      </dgm:t>
    </dgm:pt>
    <dgm:pt modelId="{5DA787FA-F024-4095-B11E-E43669B973FA}" type="pres">
      <dgm:prSet presAssocID="{19A78478-9902-4925-ABDE-B4FB1FE49705}" presName="root" presStyleCnt="0">
        <dgm:presLayoutVars>
          <dgm:dir/>
          <dgm:resizeHandles val="exact"/>
        </dgm:presLayoutVars>
      </dgm:prSet>
      <dgm:spPr/>
    </dgm:pt>
    <dgm:pt modelId="{4AE30790-4120-4BE0-A572-008066212777}" type="pres">
      <dgm:prSet presAssocID="{7F151F92-1D23-4C74-B8B5-EEBC4580C433}" presName="compNode" presStyleCnt="0"/>
      <dgm:spPr/>
    </dgm:pt>
    <dgm:pt modelId="{201C2B84-D414-4E73-90C2-E7629AFA3228}" type="pres">
      <dgm:prSet presAssocID="{7F151F92-1D23-4C74-B8B5-EEBC4580C43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llar"/>
        </a:ext>
      </dgm:extLst>
    </dgm:pt>
    <dgm:pt modelId="{AEABB493-E3C1-47B1-B6BB-BD0B2AF59827}" type="pres">
      <dgm:prSet presAssocID="{7F151F92-1D23-4C74-B8B5-EEBC4580C433}" presName="spaceRect" presStyleCnt="0"/>
      <dgm:spPr/>
    </dgm:pt>
    <dgm:pt modelId="{1A7B7F44-6734-403F-A842-031E4FCD177E}" type="pres">
      <dgm:prSet presAssocID="{7F151F92-1D23-4C74-B8B5-EEBC4580C433}" presName="textRect" presStyleLbl="revTx" presStyleIdx="0" presStyleCnt="3">
        <dgm:presLayoutVars>
          <dgm:chMax val="1"/>
          <dgm:chPref val="1"/>
        </dgm:presLayoutVars>
      </dgm:prSet>
      <dgm:spPr/>
    </dgm:pt>
    <dgm:pt modelId="{657A9416-CAD2-4964-864C-A2000067B967}" type="pres">
      <dgm:prSet presAssocID="{BC6AAA56-EE47-413C-B26E-F2119CFBEF1D}" presName="sibTrans" presStyleCnt="0"/>
      <dgm:spPr/>
    </dgm:pt>
    <dgm:pt modelId="{AA5FDC37-71C3-432C-8AB3-567CEB2900D3}" type="pres">
      <dgm:prSet presAssocID="{44279877-2823-42BB-9B41-3AA3C0AF49EC}" presName="compNode" presStyleCnt="0"/>
      <dgm:spPr/>
    </dgm:pt>
    <dgm:pt modelId="{A979119F-DC9F-441E-A525-34BF6845441A}" type="pres">
      <dgm:prSet presAssocID="{44279877-2823-42BB-9B41-3AA3C0AF49E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ECF85C1B-74FA-470D-AD18-552750A0CDA2}" type="pres">
      <dgm:prSet presAssocID="{44279877-2823-42BB-9B41-3AA3C0AF49EC}" presName="spaceRect" presStyleCnt="0"/>
      <dgm:spPr/>
    </dgm:pt>
    <dgm:pt modelId="{5EF3E70E-699C-49F9-A94C-7FEB517F03B5}" type="pres">
      <dgm:prSet presAssocID="{44279877-2823-42BB-9B41-3AA3C0AF49EC}" presName="textRect" presStyleLbl="revTx" presStyleIdx="1" presStyleCnt="3">
        <dgm:presLayoutVars>
          <dgm:chMax val="1"/>
          <dgm:chPref val="1"/>
        </dgm:presLayoutVars>
      </dgm:prSet>
      <dgm:spPr/>
    </dgm:pt>
    <dgm:pt modelId="{7210F69C-6E31-44DB-BF9D-3FCDF99B6AA6}" type="pres">
      <dgm:prSet presAssocID="{D4071FC3-ABC7-4F36-BEAF-E1EFC0A210BE}" presName="sibTrans" presStyleCnt="0"/>
      <dgm:spPr/>
    </dgm:pt>
    <dgm:pt modelId="{90DC14B3-7289-404D-B737-CEF035D04201}" type="pres">
      <dgm:prSet presAssocID="{7E855893-B9DB-4539-8181-C909E3E5C6FB}" presName="compNode" presStyleCnt="0"/>
      <dgm:spPr/>
    </dgm:pt>
    <dgm:pt modelId="{A4871CBA-09A3-4359-9AAE-360346F41B51}" type="pres">
      <dgm:prSet presAssocID="{7E855893-B9DB-4539-8181-C909E3E5C6F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AC986A62-49E0-470C-83A3-3115B542778A}" type="pres">
      <dgm:prSet presAssocID="{7E855893-B9DB-4539-8181-C909E3E5C6FB}" presName="spaceRect" presStyleCnt="0"/>
      <dgm:spPr/>
    </dgm:pt>
    <dgm:pt modelId="{FF673938-08FD-475E-B2D9-DD4213152731}" type="pres">
      <dgm:prSet presAssocID="{7E855893-B9DB-4539-8181-C909E3E5C6FB}" presName="textRect" presStyleLbl="revTx" presStyleIdx="2" presStyleCnt="3">
        <dgm:presLayoutVars>
          <dgm:chMax val="1"/>
          <dgm:chPref val="1"/>
        </dgm:presLayoutVars>
      </dgm:prSet>
      <dgm:spPr/>
    </dgm:pt>
  </dgm:ptLst>
  <dgm:cxnLst>
    <dgm:cxn modelId="{85EF4208-E12F-4B34-864B-CF95254AA4B3}" srcId="{19A78478-9902-4925-ABDE-B4FB1FE49705}" destId="{7F151F92-1D23-4C74-B8B5-EEBC4580C433}" srcOrd="0" destOrd="0" parTransId="{5F952875-CF42-421A-922A-406E0D9081F3}" sibTransId="{BC6AAA56-EE47-413C-B26E-F2119CFBEF1D}"/>
    <dgm:cxn modelId="{367B921C-59C8-4E95-B459-68E236D42050}" srcId="{19A78478-9902-4925-ABDE-B4FB1FE49705}" destId="{7E855893-B9DB-4539-8181-C909E3E5C6FB}" srcOrd="2" destOrd="0" parTransId="{4DE76975-7958-4D8E-87E0-CBB115DE818E}" sibTransId="{4D3110F2-6865-498B-AEB7-84B67C37E17D}"/>
    <dgm:cxn modelId="{676C7586-500D-4ED4-9249-5C04C08C8D0B}" type="presOf" srcId="{7F151F92-1D23-4C74-B8B5-EEBC4580C433}" destId="{1A7B7F44-6734-403F-A842-031E4FCD177E}" srcOrd="0" destOrd="0" presId="urn:microsoft.com/office/officeart/2018/2/layout/IconLabelList"/>
    <dgm:cxn modelId="{1FC1FCC9-0305-4CF3-A164-9FFA05471623}" srcId="{19A78478-9902-4925-ABDE-B4FB1FE49705}" destId="{44279877-2823-42BB-9B41-3AA3C0AF49EC}" srcOrd="1" destOrd="0" parTransId="{7087F010-05C7-4AA2-AABC-5367C50A572D}" sibTransId="{D4071FC3-ABC7-4F36-BEAF-E1EFC0A210BE}"/>
    <dgm:cxn modelId="{96B203CC-4EB0-46B5-A8A1-C3816226ECC2}" type="presOf" srcId="{7E855893-B9DB-4539-8181-C909E3E5C6FB}" destId="{FF673938-08FD-475E-B2D9-DD4213152731}" srcOrd="0" destOrd="0" presId="urn:microsoft.com/office/officeart/2018/2/layout/IconLabelList"/>
    <dgm:cxn modelId="{9A0E0EDB-60B6-4CAE-9209-D6C5202FB372}" type="presOf" srcId="{19A78478-9902-4925-ABDE-B4FB1FE49705}" destId="{5DA787FA-F024-4095-B11E-E43669B973FA}" srcOrd="0" destOrd="0" presId="urn:microsoft.com/office/officeart/2018/2/layout/IconLabelList"/>
    <dgm:cxn modelId="{DC649BF3-10E5-4F8D-9615-80530D02272D}" type="presOf" srcId="{44279877-2823-42BB-9B41-3AA3C0AF49EC}" destId="{5EF3E70E-699C-49F9-A94C-7FEB517F03B5}" srcOrd="0" destOrd="0" presId="urn:microsoft.com/office/officeart/2018/2/layout/IconLabelList"/>
    <dgm:cxn modelId="{C9AAD71D-56DE-4936-ABC4-7991FA28B884}" type="presParOf" srcId="{5DA787FA-F024-4095-B11E-E43669B973FA}" destId="{4AE30790-4120-4BE0-A572-008066212777}" srcOrd="0" destOrd="0" presId="urn:microsoft.com/office/officeart/2018/2/layout/IconLabelList"/>
    <dgm:cxn modelId="{013FC23C-6A5B-4BD9-8A72-ACB16D27F17C}" type="presParOf" srcId="{4AE30790-4120-4BE0-A572-008066212777}" destId="{201C2B84-D414-4E73-90C2-E7629AFA3228}" srcOrd="0" destOrd="0" presId="urn:microsoft.com/office/officeart/2018/2/layout/IconLabelList"/>
    <dgm:cxn modelId="{7C9937A8-B9D8-4C16-9216-FBC24F21D9A6}" type="presParOf" srcId="{4AE30790-4120-4BE0-A572-008066212777}" destId="{AEABB493-E3C1-47B1-B6BB-BD0B2AF59827}" srcOrd="1" destOrd="0" presId="urn:microsoft.com/office/officeart/2018/2/layout/IconLabelList"/>
    <dgm:cxn modelId="{D84D4D13-4EF3-418F-993F-0EF594097ADA}" type="presParOf" srcId="{4AE30790-4120-4BE0-A572-008066212777}" destId="{1A7B7F44-6734-403F-A842-031E4FCD177E}" srcOrd="2" destOrd="0" presId="urn:microsoft.com/office/officeart/2018/2/layout/IconLabelList"/>
    <dgm:cxn modelId="{18E22F89-3B0A-49D3-9680-863E849EA00A}" type="presParOf" srcId="{5DA787FA-F024-4095-B11E-E43669B973FA}" destId="{657A9416-CAD2-4964-864C-A2000067B967}" srcOrd="1" destOrd="0" presId="urn:microsoft.com/office/officeart/2018/2/layout/IconLabelList"/>
    <dgm:cxn modelId="{93964F53-7212-405D-B956-477C9B49C0A9}" type="presParOf" srcId="{5DA787FA-F024-4095-B11E-E43669B973FA}" destId="{AA5FDC37-71C3-432C-8AB3-567CEB2900D3}" srcOrd="2" destOrd="0" presId="urn:microsoft.com/office/officeart/2018/2/layout/IconLabelList"/>
    <dgm:cxn modelId="{F283FD1C-BFB7-4204-8C90-0C4CD4F105E7}" type="presParOf" srcId="{AA5FDC37-71C3-432C-8AB3-567CEB2900D3}" destId="{A979119F-DC9F-441E-A525-34BF6845441A}" srcOrd="0" destOrd="0" presId="urn:microsoft.com/office/officeart/2018/2/layout/IconLabelList"/>
    <dgm:cxn modelId="{624F987E-28C9-48D4-B94C-1D584881C0A4}" type="presParOf" srcId="{AA5FDC37-71C3-432C-8AB3-567CEB2900D3}" destId="{ECF85C1B-74FA-470D-AD18-552750A0CDA2}" srcOrd="1" destOrd="0" presId="urn:microsoft.com/office/officeart/2018/2/layout/IconLabelList"/>
    <dgm:cxn modelId="{30A3A6CB-4123-46D0-9ADC-6786537DF4FE}" type="presParOf" srcId="{AA5FDC37-71C3-432C-8AB3-567CEB2900D3}" destId="{5EF3E70E-699C-49F9-A94C-7FEB517F03B5}" srcOrd="2" destOrd="0" presId="urn:microsoft.com/office/officeart/2018/2/layout/IconLabelList"/>
    <dgm:cxn modelId="{554D8CFC-13F9-4BF6-B423-7AA6D89F3749}" type="presParOf" srcId="{5DA787FA-F024-4095-B11E-E43669B973FA}" destId="{7210F69C-6E31-44DB-BF9D-3FCDF99B6AA6}" srcOrd="3" destOrd="0" presId="urn:microsoft.com/office/officeart/2018/2/layout/IconLabelList"/>
    <dgm:cxn modelId="{F0842EEF-E1F4-4E50-B8E9-C1E0CC290BF9}" type="presParOf" srcId="{5DA787FA-F024-4095-B11E-E43669B973FA}" destId="{90DC14B3-7289-404D-B737-CEF035D04201}" srcOrd="4" destOrd="0" presId="urn:microsoft.com/office/officeart/2018/2/layout/IconLabelList"/>
    <dgm:cxn modelId="{DC4ABB39-8D0D-483C-BFE3-ACDB605E1921}" type="presParOf" srcId="{90DC14B3-7289-404D-B737-CEF035D04201}" destId="{A4871CBA-09A3-4359-9AAE-360346F41B51}" srcOrd="0" destOrd="0" presId="urn:microsoft.com/office/officeart/2018/2/layout/IconLabelList"/>
    <dgm:cxn modelId="{19BDEA98-F7A9-46CF-BB72-D79DA12AC0C8}" type="presParOf" srcId="{90DC14B3-7289-404D-B737-CEF035D04201}" destId="{AC986A62-49E0-470C-83A3-3115B542778A}" srcOrd="1" destOrd="0" presId="urn:microsoft.com/office/officeart/2018/2/layout/IconLabelList"/>
    <dgm:cxn modelId="{FC264B22-FE2D-4032-A292-EEBC0D081143}" type="presParOf" srcId="{90DC14B3-7289-404D-B737-CEF035D04201}" destId="{FF673938-08FD-475E-B2D9-DD42131527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1C2B84-D414-4E73-90C2-E7629AFA3228}">
      <dsp:nvSpPr>
        <dsp:cNvPr id="0" name=""/>
        <dsp:cNvSpPr/>
      </dsp:nvSpPr>
      <dsp:spPr>
        <a:xfrm>
          <a:off x="947201" y="818755"/>
          <a:ext cx="1451800" cy="14518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7B7F44-6734-403F-A842-031E4FCD177E}">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s-EC" sz="1700" kern="1200"/>
            <a:t>Los datos fueron obtenidos de Yahoo finance, Open Insider, Alpha Vantage, Data Roma.</a:t>
          </a:r>
          <a:endParaRPr lang="en-US" sz="1700" kern="1200"/>
        </a:p>
      </dsp:txBody>
      <dsp:txXfrm>
        <a:off x="59990" y="2654049"/>
        <a:ext cx="3226223" cy="720000"/>
      </dsp:txXfrm>
    </dsp:sp>
    <dsp:sp modelId="{A979119F-DC9F-441E-A525-34BF6845441A}">
      <dsp:nvSpPr>
        <dsp:cNvPr id="0" name=""/>
        <dsp:cNvSpPr/>
      </dsp:nvSpPr>
      <dsp:spPr>
        <a:xfrm>
          <a:off x="4738014" y="818755"/>
          <a:ext cx="1451800" cy="14518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F3E70E-699C-49F9-A94C-7FEB517F03B5}">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s-EC" sz="1700" kern="1200"/>
            <a:t>Se utilizaron API’s y Web Scrapping</a:t>
          </a:r>
          <a:endParaRPr lang="en-US" sz="1700" kern="1200"/>
        </a:p>
      </dsp:txBody>
      <dsp:txXfrm>
        <a:off x="3850802" y="2654049"/>
        <a:ext cx="3226223" cy="720000"/>
      </dsp:txXfrm>
    </dsp:sp>
    <dsp:sp modelId="{A4871CBA-09A3-4359-9AAE-360346F41B51}">
      <dsp:nvSpPr>
        <dsp:cNvPr id="0" name=""/>
        <dsp:cNvSpPr/>
      </dsp:nvSpPr>
      <dsp:spPr>
        <a:xfrm>
          <a:off x="8528826" y="818755"/>
          <a:ext cx="1451800" cy="14518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673938-08FD-475E-B2D9-DD4213152731}">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s-EC" sz="1700" kern="1200"/>
            <a:t>10876 registros y 14 columnas</a:t>
          </a:r>
          <a:endParaRPr lang="en-US" sz="1700" kern="1200"/>
        </a:p>
      </dsp:txBody>
      <dsp:txXfrm>
        <a:off x="7641615" y="2654049"/>
        <a:ext cx="322622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31896-EA3D-508D-4516-0ED443F0B0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0A4DBF-3B07-2CD9-B1F7-2792616769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DABFF5-2E2C-86F8-8C67-394D9475DD7A}"/>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5" name="Footer Placeholder 4">
            <a:extLst>
              <a:ext uri="{FF2B5EF4-FFF2-40B4-BE49-F238E27FC236}">
                <a16:creationId xmlns:a16="http://schemas.microsoft.com/office/drawing/2014/main" id="{A364604F-0174-41BD-2872-779E2241D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EC00F7-3932-4C58-BB12-2D36AB879108}"/>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1502802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C5B13-C2AE-B6A7-BCFD-9A9D608991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12B7A3-B412-1017-CEA9-3512EC2BAA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5B7C45-D225-44B2-DF02-F689987EF63A}"/>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5" name="Footer Placeholder 4">
            <a:extLst>
              <a:ext uri="{FF2B5EF4-FFF2-40B4-BE49-F238E27FC236}">
                <a16:creationId xmlns:a16="http://schemas.microsoft.com/office/drawing/2014/main" id="{7D8A65CF-7C3C-B1DC-517F-2F50B0A130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9A377A-CB0D-09FE-ADE7-BDC204ACA5CA}"/>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99907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DF6AB-F165-C7BC-7BEA-13C386BF88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E3F500-0978-19CE-2C35-A40046F4914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4464ED-270C-4C3B-AEAA-15C039D56ED1}"/>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5" name="Footer Placeholder 4">
            <a:extLst>
              <a:ext uri="{FF2B5EF4-FFF2-40B4-BE49-F238E27FC236}">
                <a16:creationId xmlns:a16="http://schemas.microsoft.com/office/drawing/2014/main" id="{B157280C-445B-4496-43B8-1F1279526B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03C09-2464-D99E-10DE-AAABC871C701}"/>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820482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C0F68-8B3D-8A59-07E3-9BB1EE7AA9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898F5B-BAF6-034E-4BF7-378E7C0522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0744E5-7C98-BC5D-F45A-8893475E44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F115A5-307A-787C-4288-764B2A50E78D}"/>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6" name="Footer Placeholder 5">
            <a:extLst>
              <a:ext uri="{FF2B5EF4-FFF2-40B4-BE49-F238E27FC236}">
                <a16:creationId xmlns:a16="http://schemas.microsoft.com/office/drawing/2014/main" id="{19B0517C-4655-22B6-C7C6-C1BCD4BD59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3C4C6C-18CA-7E0F-DB5A-CDF760AB5B19}"/>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1206366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D8A2A-DC98-942F-5318-4A355F2E4F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6C8BDE-9E53-2213-1739-C7CACA8013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00AC22-16ED-FD60-D09C-61BB425E9F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2857CC-D19F-C583-A20E-E1699D34C6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8B928E-F9D6-F024-1886-694C73C2EC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72C587-7682-CDC5-3E42-D59804C6D087}"/>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8" name="Footer Placeholder 7">
            <a:extLst>
              <a:ext uri="{FF2B5EF4-FFF2-40B4-BE49-F238E27FC236}">
                <a16:creationId xmlns:a16="http://schemas.microsoft.com/office/drawing/2014/main" id="{AF716D56-60E5-C1E0-05FA-4DCD7EEF13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30B4BA-E232-1DB4-A5B1-EF07CC5A3575}"/>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3737090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936B9-A2BE-23E8-006A-82B2483077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27ABFE-20E9-DE6F-B38B-D3116D2F24EB}"/>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4" name="Footer Placeholder 3">
            <a:extLst>
              <a:ext uri="{FF2B5EF4-FFF2-40B4-BE49-F238E27FC236}">
                <a16:creationId xmlns:a16="http://schemas.microsoft.com/office/drawing/2014/main" id="{FAC176DE-DF03-46EA-7EEB-8A11F9E87C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6450E1-16A0-30A2-BDB8-5428320B053D}"/>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1298722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C7B75A-656D-37C1-59FE-479991C32B87}"/>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3" name="Footer Placeholder 2">
            <a:extLst>
              <a:ext uri="{FF2B5EF4-FFF2-40B4-BE49-F238E27FC236}">
                <a16:creationId xmlns:a16="http://schemas.microsoft.com/office/drawing/2014/main" id="{BA34F1FA-FE1C-2DA9-AF8F-5BB7E8B48C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2E3639-C904-AC81-D760-4AEC265EE82D}"/>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2102355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1A86-4B13-C00A-F314-E6BD92BBF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3E13DD-D040-F658-2F69-200DED06F0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E76CAF-F00C-3DAF-76DD-1EE8A4C5E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CA00E1-9DAC-CE35-45FC-4E81676A3FBB}"/>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6" name="Footer Placeholder 5">
            <a:extLst>
              <a:ext uri="{FF2B5EF4-FFF2-40B4-BE49-F238E27FC236}">
                <a16:creationId xmlns:a16="http://schemas.microsoft.com/office/drawing/2014/main" id="{188AB1C3-F4B9-3D33-2A18-EA3F79B82C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D06873-8046-16C4-2560-059E1D6AD19E}"/>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511892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3C1A-075A-E451-DD44-70B4EE256B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D603F6-CE10-CA04-D30E-1FE2F89838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8C47E5-DB55-F7C2-7375-3A52ED9D5D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799C58-EDA6-4164-D13B-64028EEE0A91}"/>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6" name="Footer Placeholder 5">
            <a:extLst>
              <a:ext uri="{FF2B5EF4-FFF2-40B4-BE49-F238E27FC236}">
                <a16:creationId xmlns:a16="http://schemas.microsoft.com/office/drawing/2014/main" id="{DD1E98EA-9A88-90CD-2B85-00E2C1D5F9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732263-31F4-9908-D62A-0983759D9CA6}"/>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418750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79E5D-9EA2-EA8F-728C-ABC0BE797E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E57F02-1964-F49F-F41A-5EBFB5221A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FF2A3E-A412-86D5-8D41-30C871581853}"/>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5" name="Footer Placeholder 4">
            <a:extLst>
              <a:ext uri="{FF2B5EF4-FFF2-40B4-BE49-F238E27FC236}">
                <a16:creationId xmlns:a16="http://schemas.microsoft.com/office/drawing/2014/main" id="{1F09D499-EB17-687C-07A5-CDC65B1588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B9063-7F6F-0257-0A33-B0088D8A8063}"/>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2418390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C4BA8A-EDF5-57FF-7E6F-42667B3171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50C196-09C3-6F13-5D3F-A2365F6AE5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1402E-2C9B-1A28-48A3-E431EFD7966F}"/>
              </a:ext>
            </a:extLst>
          </p:cNvPr>
          <p:cNvSpPr>
            <a:spLocks noGrp="1"/>
          </p:cNvSpPr>
          <p:nvPr>
            <p:ph type="dt" sz="half" idx="10"/>
          </p:nvPr>
        </p:nvSpPr>
        <p:spPr/>
        <p:txBody>
          <a:bodyPr/>
          <a:lstStyle/>
          <a:p>
            <a:fld id="{1E4685E6-D8DD-4C7C-9A45-347A5CA45798}" type="datetimeFigureOut">
              <a:rPr lang="en-US" smtClean="0"/>
              <a:t>10/18/2025</a:t>
            </a:fld>
            <a:endParaRPr lang="en-US"/>
          </a:p>
        </p:txBody>
      </p:sp>
      <p:sp>
        <p:nvSpPr>
          <p:cNvPr id="5" name="Footer Placeholder 4">
            <a:extLst>
              <a:ext uri="{FF2B5EF4-FFF2-40B4-BE49-F238E27FC236}">
                <a16:creationId xmlns:a16="http://schemas.microsoft.com/office/drawing/2014/main" id="{3CCD6335-F265-DFD5-1317-F21438B966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FF38D7-6D82-A19C-2B17-8C7FBA3B2AC7}"/>
              </a:ext>
            </a:extLst>
          </p:cNvPr>
          <p:cNvSpPr>
            <a:spLocks noGrp="1"/>
          </p:cNvSpPr>
          <p:nvPr>
            <p:ph type="sldNum" sz="quarter" idx="12"/>
          </p:nvPr>
        </p:nvSpPr>
        <p:spPr/>
        <p:txBody>
          <a:bodyPr/>
          <a:lstStyle/>
          <a:p>
            <a:fld id="{FEA96CF9-C5B9-4C07-9B44-DBC2700C819C}" type="slidenum">
              <a:rPr lang="en-US" smtClean="0"/>
              <a:t>‹#›</a:t>
            </a:fld>
            <a:endParaRPr lang="en-US"/>
          </a:p>
        </p:txBody>
      </p:sp>
    </p:spTree>
    <p:extLst>
      <p:ext uri="{BB962C8B-B14F-4D97-AF65-F5344CB8AC3E}">
        <p14:creationId xmlns:p14="http://schemas.microsoft.com/office/powerpoint/2010/main" val="1768564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5E94D0-E703-62F7-0397-F1AEA2F076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8424E2-2AFD-127C-36EE-2A2AD60A59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CDF949-D9FC-66C9-144E-158F1CB125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685E6-D8DD-4C7C-9A45-347A5CA45798}" type="datetimeFigureOut">
              <a:rPr lang="en-US" smtClean="0"/>
              <a:t>10/18/2025</a:t>
            </a:fld>
            <a:endParaRPr lang="en-US"/>
          </a:p>
        </p:txBody>
      </p:sp>
      <p:sp>
        <p:nvSpPr>
          <p:cNvPr id="5" name="Footer Placeholder 4">
            <a:extLst>
              <a:ext uri="{FF2B5EF4-FFF2-40B4-BE49-F238E27FC236}">
                <a16:creationId xmlns:a16="http://schemas.microsoft.com/office/drawing/2014/main" id="{E3BAC336-E9EF-CC47-55AD-EB80FACF8E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D5503F-C3ED-B174-EC8E-5CBC67EBFE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EA96CF9-C5B9-4C07-9B44-DBC2700C819C}" type="slidenum">
              <a:rPr lang="en-US" smtClean="0"/>
              <a:t>‹#›</a:t>
            </a:fld>
            <a:endParaRPr lang="en-US"/>
          </a:p>
        </p:txBody>
      </p:sp>
    </p:spTree>
    <p:extLst>
      <p:ext uri="{BB962C8B-B14F-4D97-AF65-F5344CB8AC3E}">
        <p14:creationId xmlns:p14="http://schemas.microsoft.com/office/powerpoint/2010/main" val="846242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Shape 36">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814FF8E-04A9-959B-D871-C64AAE37487C}"/>
              </a:ext>
            </a:extLst>
          </p:cNvPr>
          <p:cNvSpPr>
            <a:spLocks noGrp="1"/>
          </p:cNvSpPr>
          <p:nvPr>
            <p:ph type="ctrTitle"/>
          </p:nvPr>
        </p:nvSpPr>
        <p:spPr>
          <a:xfrm>
            <a:off x="2026693" y="1030406"/>
            <a:ext cx="8147713" cy="3081242"/>
          </a:xfrm>
        </p:spPr>
        <p:txBody>
          <a:bodyPr anchor="ctr">
            <a:normAutofit/>
          </a:bodyPr>
          <a:lstStyle/>
          <a:p>
            <a:r>
              <a:rPr lang="es-EC" sz="4800">
                <a:solidFill>
                  <a:srgbClr val="FFFFFF"/>
                </a:solidFill>
              </a:rPr>
              <a:t>Desarrollo de un sistema de alerta de compra – venta de acciones en bolsa de valores</a:t>
            </a:r>
            <a:endParaRPr lang="en-US" sz="4800">
              <a:solidFill>
                <a:srgbClr val="FFFFFF"/>
              </a:solidFill>
            </a:endParaRPr>
          </a:p>
        </p:txBody>
      </p:sp>
      <p:sp>
        <p:nvSpPr>
          <p:cNvPr id="3" name="Subtitle 2">
            <a:extLst>
              <a:ext uri="{FF2B5EF4-FFF2-40B4-BE49-F238E27FC236}">
                <a16:creationId xmlns:a16="http://schemas.microsoft.com/office/drawing/2014/main" id="{2B140730-CC60-05A9-C899-CC5DAF6926AF}"/>
              </a:ext>
            </a:extLst>
          </p:cNvPr>
          <p:cNvSpPr>
            <a:spLocks noGrp="1"/>
          </p:cNvSpPr>
          <p:nvPr>
            <p:ph type="subTitle" idx="1"/>
          </p:nvPr>
        </p:nvSpPr>
        <p:spPr>
          <a:xfrm>
            <a:off x="1559943" y="5171093"/>
            <a:ext cx="9078628" cy="860620"/>
          </a:xfrm>
        </p:spPr>
        <p:txBody>
          <a:bodyPr anchor="ctr">
            <a:normAutofit/>
          </a:bodyPr>
          <a:lstStyle/>
          <a:p>
            <a:r>
              <a:rPr lang="es-EC" sz="1700">
                <a:solidFill>
                  <a:srgbClr val="FFFFFF"/>
                </a:solidFill>
              </a:rPr>
              <a:t>Proyecto final de Data Analytics</a:t>
            </a:r>
            <a:br>
              <a:rPr lang="es-EC" sz="1700">
                <a:solidFill>
                  <a:srgbClr val="FFFFFF"/>
                </a:solidFill>
              </a:rPr>
            </a:br>
            <a:r>
              <a:rPr lang="es-EC" sz="1700">
                <a:solidFill>
                  <a:srgbClr val="FFFFFF"/>
                </a:solidFill>
              </a:rPr>
              <a:t>Alumno: Santiago Rodríguez</a:t>
            </a:r>
            <a:br>
              <a:rPr lang="es-EC" sz="1700">
                <a:solidFill>
                  <a:srgbClr val="FFFFFF"/>
                </a:solidFill>
              </a:rPr>
            </a:br>
            <a:r>
              <a:rPr lang="es-EC" sz="1700">
                <a:solidFill>
                  <a:srgbClr val="FFFFFF"/>
                </a:solidFill>
              </a:rPr>
              <a:t>Octubre 2025</a:t>
            </a:r>
            <a:endParaRPr lang="en-US" sz="1700">
              <a:solidFill>
                <a:srgbClr val="FFFFFF"/>
              </a:solidFill>
            </a:endParaRPr>
          </a:p>
        </p:txBody>
      </p:sp>
    </p:spTree>
    <p:extLst>
      <p:ext uri="{BB962C8B-B14F-4D97-AF65-F5344CB8AC3E}">
        <p14:creationId xmlns:p14="http://schemas.microsoft.com/office/powerpoint/2010/main" val="2539260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056520-A14F-C153-60E6-57FC736E63E5}"/>
              </a:ext>
            </a:extLst>
          </p:cNvPr>
          <p:cNvSpPr>
            <a:spLocks noGrp="1"/>
          </p:cNvSpPr>
          <p:nvPr>
            <p:ph type="title"/>
          </p:nvPr>
        </p:nvSpPr>
        <p:spPr>
          <a:xfrm>
            <a:off x="1371599" y="294538"/>
            <a:ext cx="9895951" cy="1033669"/>
          </a:xfrm>
        </p:spPr>
        <p:txBody>
          <a:bodyPr>
            <a:normAutofit/>
          </a:bodyPr>
          <a:lstStyle/>
          <a:p>
            <a:r>
              <a:rPr lang="es-EC" sz="4000">
                <a:solidFill>
                  <a:srgbClr val="FFFFFF"/>
                </a:solidFill>
              </a:rPr>
              <a:t>Objetivo</a:t>
            </a:r>
            <a:endParaRPr lang="en-US" sz="4000">
              <a:solidFill>
                <a:srgbClr val="FFFFFF"/>
              </a:solidFill>
            </a:endParaRPr>
          </a:p>
        </p:txBody>
      </p:sp>
      <p:sp>
        <p:nvSpPr>
          <p:cNvPr id="3" name="Content Placeholder 2">
            <a:extLst>
              <a:ext uri="{FF2B5EF4-FFF2-40B4-BE49-F238E27FC236}">
                <a16:creationId xmlns:a16="http://schemas.microsoft.com/office/drawing/2014/main" id="{AB3ADFF7-41A6-08CB-D6A9-71229E62E5CD}"/>
              </a:ext>
            </a:extLst>
          </p:cNvPr>
          <p:cNvSpPr>
            <a:spLocks noGrp="1"/>
          </p:cNvSpPr>
          <p:nvPr>
            <p:ph idx="1"/>
          </p:nvPr>
        </p:nvSpPr>
        <p:spPr>
          <a:xfrm>
            <a:off x="1371599" y="2318197"/>
            <a:ext cx="9724031" cy="3683358"/>
          </a:xfrm>
        </p:spPr>
        <p:txBody>
          <a:bodyPr anchor="ctr">
            <a:normAutofit/>
          </a:bodyPr>
          <a:lstStyle/>
          <a:p>
            <a:r>
              <a:rPr lang="es-EC" sz="2000"/>
              <a:t>Desarrollar un sistema de alertas basado en modelos de análisis del comportamiento histórico de fondos de inversión, que permita informar decisiones dentro de una estrategia de manejo de portafolio de inversión simulado</a:t>
            </a:r>
            <a:endParaRPr lang="en-US" sz="2000"/>
          </a:p>
        </p:txBody>
      </p:sp>
    </p:spTree>
    <p:extLst>
      <p:ext uri="{BB962C8B-B14F-4D97-AF65-F5344CB8AC3E}">
        <p14:creationId xmlns:p14="http://schemas.microsoft.com/office/powerpoint/2010/main" val="3365089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13C2286-7821-DD4D-C6F1-FF7C094DCFE0}"/>
              </a:ext>
            </a:extLst>
          </p:cNvPr>
          <p:cNvSpPr>
            <a:spLocks noGrp="1"/>
          </p:cNvSpPr>
          <p:nvPr>
            <p:ph type="title"/>
          </p:nvPr>
        </p:nvSpPr>
        <p:spPr>
          <a:xfrm>
            <a:off x="1371597" y="348865"/>
            <a:ext cx="10044023" cy="877729"/>
          </a:xfrm>
        </p:spPr>
        <p:txBody>
          <a:bodyPr anchor="ctr">
            <a:normAutofit/>
          </a:bodyPr>
          <a:lstStyle/>
          <a:p>
            <a:r>
              <a:rPr lang="es-EC" sz="4000">
                <a:solidFill>
                  <a:srgbClr val="FFFFFF"/>
                </a:solidFill>
              </a:rPr>
              <a:t>Origen y obtención de datos</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4E80BF95-B1D5-0D26-4E3C-EADDC68A9D1D}"/>
              </a:ext>
            </a:extLst>
          </p:cNvPr>
          <p:cNvGraphicFramePr>
            <a:graphicFrameLocks noGrp="1"/>
          </p:cNvGraphicFramePr>
          <p:nvPr>
            <p:ph idx="1"/>
            <p:extLst>
              <p:ext uri="{D42A27DB-BD31-4B8C-83A1-F6EECF244321}">
                <p14:modId xmlns:p14="http://schemas.microsoft.com/office/powerpoint/2010/main" val="325644142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7440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21" name="Rectangle 20">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5DCE1-304D-C773-AAFB-4814740FB02C}"/>
              </a:ext>
            </a:extLst>
          </p:cNvPr>
          <p:cNvSpPr>
            <a:spLocks noGrp="1"/>
          </p:cNvSpPr>
          <p:nvPr>
            <p:ph type="title"/>
          </p:nvPr>
        </p:nvSpPr>
        <p:spPr>
          <a:xfrm>
            <a:off x="1371600" y="407695"/>
            <a:ext cx="9724030" cy="834251"/>
          </a:xfrm>
        </p:spPr>
        <p:txBody>
          <a:bodyPr anchor="ctr">
            <a:normAutofit/>
          </a:bodyPr>
          <a:lstStyle/>
          <a:p>
            <a:r>
              <a:rPr lang="es-EC" sz="4000">
                <a:solidFill>
                  <a:srgbClr val="FFFFFF"/>
                </a:solidFill>
              </a:rPr>
              <a:t>EDA</a:t>
            </a:r>
            <a:endParaRPr lang="en-US" sz="4000">
              <a:solidFill>
                <a:srgbClr val="FFFFFF"/>
              </a:solidFill>
            </a:endParaRPr>
          </a:p>
        </p:txBody>
      </p:sp>
      <p:pic>
        <p:nvPicPr>
          <p:cNvPr id="9" name="Picture 8">
            <a:extLst>
              <a:ext uri="{FF2B5EF4-FFF2-40B4-BE49-F238E27FC236}">
                <a16:creationId xmlns:a16="http://schemas.microsoft.com/office/drawing/2014/main" id="{0C1EC0D3-5365-D0CC-3D34-0CBA2864BDDF}"/>
              </a:ext>
            </a:extLst>
          </p:cNvPr>
          <p:cNvPicPr>
            <a:picLocks noChangeAspect="1"/>
          </p:cNvPicPr>
          <p:nvPr/>
        </p:nvPicPr>
        <p:blipFill>
          <a:blip r:embed="rId2"/>
          <a:stretch>
            <a:fillRect/>
          </a:stretch>
        </p:blipFill>
        <p:spPr>
          <a:xfrm>
            <a:off x="1371600" y="1983156"/>
            <a:ext cx="3336151" cy="2969175"/>
          </a:xfrm>
          <a:prstGeom prst="rect">
            <a:avLst/>
          </a:prstGeom>
        </p:spPr>
      </p:pic>
      <p:pic>
        <p:nvPicPr>
          <p:cNvPr id="13" name="Picture 12">
            <a:extLst>
              <a:ext uri="{FF2B5EF4-FFF2-40B4-BE49-F238E27FC236}">
                <a16:creationId xmlns:a16="http://schemas.microsoft.com/office/drawing/2014/main" id="{9C54CB10-A4E9-FCCC-4253-43C3B51E29B3}"/>
              </a:ext>
            </a:extLst>
          </p:cNvPr>
          <p:cNvPicPr>
            <a:picLocks noChangeAspect="1"/>
          </p:cNvPicPr>
          <p:nvPr/>
        </p:nvPicPr>
        <p:blipFill>
          <a:blip r:embed="rId3"/>
          <a:stretch>
            <a:fillRect/>
          </a:stretch>
        </p:blipFill>
        <p:spPr>
          <a:xfrm>
            <a:off x="6196519" y="1948304"/>
            <a:ext cx="3713307" cy="2961392"/>
          </a:xfrm>
          <a:prstGeom prst="rect">
            <a:avLst/>
          </a:prstGeom>
        </p:spPr>
      </p:pic>
      <p:pic>
        <p:nvPicPr>
          <p:cNvPr id="5" name="Picture 4">
            <a:extLst>
              <a:ext uri="{FF2B5EF4-FFF2-40B4-BE49-F238E27FC236}">
                <a16:creationId xmlns:a16="http://schemas.microsoft.com/office/drawing/2014/main" id="{3594ACCD-B27E-DA3A-0CDA-2811281F1371}"/>
              </a:ext>
            </a:extLst>
          </p:cNvPr>
          <p:cNvPicPr>
            <a:picLocks noChangeAspect="1"/>
          </p:cNvPicPr>
          <p:nvPr/>
        </p:nvPicPr>
        <p:blipFill>
          <a:blip r:embed="rId4"/>
          <a:stretch>
            <a:fillRect/>
          </a:stretch>
        </p:blipFill>
        <p:spPr>
          <a:xfrm>
            <a:off x="1371600" y="5090323"/>
            <a:ext cx="9649838" cy="675486"/>
          </a:xfrm>
          <a:prstGeom prst="rect">
            <a:avLst/>
          </a:prstGeom>
        </p:spPr>
      </p:pic>
      <p:sp>
        <p:nvSpPr>
          <p:cNvPr id="3" name="Content Placeholder 2">
            <a:extLst>
              <a:ext uri="{FF2B5EF4-FFF2-40B4-BE49-F238E27FC236}">
                <a16:creationId xmlns:a16="http://schemas.microsoft.com/office/drawing/2014/main" id="{4E4E4CDC-C984-9CCF-CA02-0E771D033B3C}"/>
              </a:ext>
            </a:extLst>
          </p:cNvPr>
          <p:cNvSpPr>
            <a:spLocks noGrp="1"/>
          </p:cNvSpPr>
          <p:nvPr>
            <p:ph idx="1"/>
          </p:nvPr>
        </p:nvSpPr>
        <p:spPr>
          <a:xfrm>
            <a:off x="1371600" y="5781375"/>
            <a:ext cx="9448800" cy="828922"/>
          </a:xfrm>
        </p:spPr>
        <p:txBody>
          <a:bodyPr>
            <a:normAutofit lnSpcReduction="10000"/>
          </a:bodyPr>
          <a:lstStyle/>
          <a:p>
            <a:r>
              <a:rPr lang="es-EC" sz="2000" dirty="0"/>
              <a:t>Previo al análisis exploratorio se realizó una selección de características. Se utilizaron 2 </a:t>
            </a:r>
            <a:r>
              <a:rPr lang="es-EC" sz="2000" dirty="0" err="1"/>
              <a:t>datasets</a:t>
            </a:r>
            <a:r>
              <a:rPr lang="es-EC" sz="2000" dirty="0"/>
              <a:t> con el mismo número de registros pero con cambios en columnas.</a:t>
            </a:r>
          </a:p>
          <a:p>
            <a:endParaRPr lang="en-US" sz="2000" dirty="0"/>
          </a:p>
        </p:txBody>
      </p:sp>
    </p:spTree>
    <p:extLst>
      <p:ext uri="{BB962C8B-B14F-4D97-AF65-F5344CB8AC3E}">
        <p14:creationId xmlns:p14="http://schemas.microsoft.com/office/powerpoint/2010/main" val="182543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4DF971-76DD-F76A-A2E3-1967382B2D52}"/>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EDA</a:t>
            </a:r>
          </a:p>
        </p:txBody>
      </p:sp>
      <p:pic>
        <p:nvPicPr>
          <p:cNvPr id="7" name="Picture 6">
            <a:extLst>
              <a:ext uri="{FF2B5EF4-FFF2-40B4-BE49-F238E27FC236}">
                <a16:creationId xmlns:a16="http://schemas.microsoft.com/office/drawing/2014/main" id="{592BD8B2-3834-97AC-6493-69B1D9325D23}"/>
              </a:ext>
            </a:extLst>
          </p:cNvPr>
          <p:cNvPicPr>
            <a:picLocks noChangeAspect="1"/>
          </p:cNvPicPr>
          <p:nvPr/>
        </p:nvPicPr>
        <p:blipFill>
          <a:blip r:embed="rId2"/>
          <a:stretch>
            <a:fillRect/>
          </a:stretch>
        </p:blipFill>
        <p:spPr>
          <a:xfrm>
            <a:off x="6270796" y="1803938"/>
            <a:ext cx="5412636" cy="4736057"/>
          </a:xfrm>
          <a:prstGeom prst="rect">
            <a:avLst/>
          </a:prstGeom>
        </p:spPr>
      </p:pic>
      <p:pic>
        <p:nvPicPr>
          <p:cNvPr id="5" name="Content Placeholder 4">
            <a:extLst>
              <a:ext uri="{FF2B5EF4-FFF2-40B4-BE49-F238E27FC236}">
                <a16:creationId xmlns:a16="http://schemas.microsoft.com/office/drawing/2014/main" id="{91E50FED-6690-B955-F5B2-437CE85476CE}"/>
              </a:ext>
            </a:extLst>
          </p:cNvPr>
          <p:cNvPicPr>
            <a:picLocks noGrp="1" noChangeAspect="1"/>
          </p:cNvPicPr>
          <p:nvPr>
            <p:ph idx="1"/>
          </p:nvPr>
        </p:nvPicPr>
        <p:blipFill>
          <a:blip r:embed="rId3"/>
          <a:stretch>
            <a:fillRect/>
          </a:stretch>
        </p:blipFill>
        <p:spPr>
          <a:xfrm>
            <a:off x="657612" y="1803938"/>
            <a:ext cx="5438388" cy="4826570"/>
          </a:xfrm>
          <a:prstGeom prst="rect">
            <a:avLst/>
          </a:prstGeom>
        </p:spPr>
      </p:pic>
    </p:spTree>
    <p:extLst>
      <p:ext uri="{BB962C8B-B14F-4D97-AF65-F5344CB8AC3E}">
        <p14:creationId xmlns:p14="http://schemas.microsoft.com/office/powerpoint/2010/main" val="600624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957190-3264-7FA1-05C0-A62B61868F3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EDA</a:t>
            </a:r>
          </a:p>
        </p:txBody>
      </p:sp>
      <p:pic>
        <p:nvPicPr>
          <p:cNvPr id="9" name="Content Placeholder 8">
            <a:extLst>
              <a:ext uri="{FF2B5EF4-FFF2-40B4-BE49-F238E27FC236}">
                <a16:creationId xmlns:a16="http://schemas.microsoft.com/office/drawing/2014/main" id="{6990A7CF-3FC3-E492-BE71-5CDEEEF277A5}"/>
              </a:ext>
            </a:extLst>
          </p:cNvPr>
          <p:cNvPicPr>
            <a:picLocks noGrp="1" noChangeAspect="1"/>
          </p:cNvPicPr>
          <p:nvPr>
            <p:ph idx="1"/>
          </p:nvPr>
        </p:nvPicPr>
        <p:blipFill>
          <a:blip r:embed="rId2"/>
          <a:stretch>
            <a:fillRect/>
          </a:stretch>
        </p:blipFill>
        <p:spPr>
          <a:xfrm>
            <a:off x="1245140" y="1655276"/>
            <a:ext cx="9591473" cy="5037354"/>
          </a:xfrm>
          <a:prstGeom prst="rect">
            <a:avLst/>
          </a:prstGeom>
        </p:spPr>
      </p:pic>
    </p:spTree>
    <p:extLst>
      <p:ext uri="{BB962C8B-B14F-4D97-AF65-F5344CB8AC3E}">
        <p14:creationId xmlns:p14="http://schemas.microsoft.com/office/powerpoint/2010/main" val="308996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F441BA-A2FC-A8E1-E08B-33E9FD5AA8FA}"/>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EDA</a:t>
            </a:r>
          </a:p>
        </p:txBody>
      </p:sp>
      <p:pic>
        <p:nvPicPr>
          <p:cNvPr id="5" name="Content Placeholder 4">
            <a:extLst>
              <a:ext uri="{FF2B5EF4-FFF2-40B4-BE49-F238E27FC236}">
                <a16:creationId xmlns:a16="http://schemas.microsoft.com/office/drawing/2014/main" id="{34C6D1D1-18BB-011E-38D2-D9D14EADC18A}"/>
              </a:ext>
            </a:extLst>
          </p:cNvPr>
          <p:cNvPicPr>
            <a:picLocks noGrp="1" noChangeAspect="1"/>
          </p:cNvPicPr>
          <p:nvPr>
            <p:ph idx="1"/>
          </p:nvPr>
        </p:nvPicPr>
        <p:blipFill>
          <a:blip r:embed="rId2"/>
          <a:stretch>
            <a:fillRect/>
          </a:stretch>
        </p:blipFill>
        <p:spPr>
          <a:xfrm>
            <a:off x="715748" y="2365122"/>
            <a:ext cx="5131088" cy="3630244"/>
          </a:xfrm>
          <a:prstGeom prst="rect">
            <a:avLst/>
          </a:prstGeom>
        </p:spPr>
      </p:pic>
      <p:pic>
        <p:nvPicPr>
          <p:cNvPr id="7" name="Picture 6">
            <a:extLst>
              <a:ext uri="{FF2B5EF4-FFF2-40B4-BE49-F238E27FC236}">
                <a16:creationId xmlns:a16="http://schemas.microsoft.com/office/drawing/2014/main" id="{032A44D0-50C1-93A8-ED26-7239E67B1E8C}"/>
              </a:ext>
            </a:extLst>
          </p:cNvPr>
          <p:cNvPicPr>
            <a:picLocks noChangeAspect="1"/>
          </p:cNvPicPr>
          <p:nvPr/>
        </p:nvPicPr>
        <p:blipFill>
          <a:blip r:embed="rId3"/>
          <a:stretch>
            <a:fillRect/>
          </a:stretch>
        </p:blipFill>
        <p:spPr>
          <a:xfrm>
            <a:off x="6345165" y="2227543"/>
            <a:ext cx="4831216" cy="3997831"/>
          </a:xfrm>
          <a:prstGeom prst="rect">
            <a:avLst/>
          </a:prstGeom>
        </p:spPr>
      </p:pic>
    </p:spTree>
    <p:extLst>
      <p:ext uri="{BB962C8B-B14F-4D97-AF65-F5344CB8AC3E}">
        <p14:creationId xmlns:p14="http://schemas.microsoft.com/office/powerpoint/2010/main" val="384259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6" name="Rectangle 15">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59F74A8-9F3F-55E2-43C1-5CCBD4FCD78D}"/>
              </a:ext>
            </a:extLst>
          </p:cNvPr>
          <p:cNvSpPr>
            <a:spLocks noGrp="1"/>
          </p:cNvSpPr>
          <p:nvPr>
            <p:ph type="title"/>
          </p:nvPr>
        </p:nvSpPr>
        <p:spPr>
          <a:xfrm>
            <a:off x="1371598" y="319314"/>
            <a:ext cx="9477377" cy="1030515"/>
          </a:xfrm>
        </p:spPr>
        <p:txBody>
          <a:bodyPr vert="horz" lIns="91440" tIns="45720" rIns="91440" bIns="45720" rtlCol="0" anchor="ctr">
            <a:normAutofit/>
          </a:bodyPr>
          <a:lstStyle/>
          <a:p>
            <a:r>
              <a:rPr lang="en-US" sz="4000">
                <a:solidFill>
                  <a:srgbClr val="FFFFFF"/>
                </a:solidFill>
              </a:rPr>
              <a:t>Balanceo y modelado – Versión 1</a:t>
            </a:r>
          </a:p>
        </p:txBody>
      </p:sp>
      <p:pic>
        <p:nvPicPr>
          <p:cNvPr id="5" name="Content Placeholder 4">
            <a:extLst>
              <a:ext uri="{FF2B5EF4-FFF2-40B4-BE49-F238E27FC236}">
                <a16:creationId xmlns:a16="http://schemas.microsoft.com/office/drawing/2014/main" id="{086A14D0-8EED-776B-B388-BA70749D93F9}"/>
              </a:ext>
            </a:extLst>
          </p:cNvPr>
          <p:cNvPicPr>
            <a:picLocks noGrp="1" noChangeAspect="1"/>
          </p:cNvPicPr>
          <p:nvPr>
            <p:ph idx="1"/>
          </p:nvPr>
        </p:nvPicPr>
        <p:blipFill>
          <a:blip r:embed="rId2"/>
          <a:stretch>
            <a:fillRect/>
          </a:stretch>
        </p:blipFill>
        <p:spPr>
          <a:xfrm>
            <a:off x="1371598" y="2086714"/>
            <a:ext cx="4565251" cy="2545126"/>
          </a:xfrm>
          <a:prstGeom prst="rect">
            <a:avLst/>
          </a:prstGeom>
        </p:spPr>
      </p:pic>
      <p:pic>
        <p:nvPicPr>
          <p:cNvPr id="8" name="Picture 7">
            <a:extLst>
              <a:ext uri="{FF2B5EF4-FFF2-40B4-BE49-F238E27FC236}">
                <a16:creationId xmlns:a16="http://schemas.microsoft.com/office/drawing/2014/main" id="{2B1B29FD-6730-E2CA-9477-BA46037990EB}"/>
              </a:ext>
            </a:extLst>
          </p:cNvPr>
          <p:cNvPicPr>
            <a:picLocks noChangeAspect="1"/>
          </p:cNvPicPr>
          <p:nvPr/>
        </p:nvPicPr>
        <p:blipFill>
          <a:blip r:embed="rId3"/>
          <a:stretch>
            <a:fillRect/>
          </a:stretch>
        </p:blipFill>
        <p:spPr>
          <a:xfrm>
            <a:off x="6096000" y="2784767"/>
            <a:ext cx="5924959" cy="1540488"/>
          </a:xfrm>
          <a:prstGeom prst="rect">
            <a:avLst/>
          </a:prstGeom>
        </p:spPr>
      </p:pic>
      <p:sp>
        <p:nvSpPr>
          <p:cNvPr id="6" name="TextBox 5">
            <a:extLst>
              <a:ext uri="{FF2B5EF4-FFF2-40B4-BE49-F238E27FC236}">
                <a16:creationId xmlns:a16="http://schemas.microsoft.com/office/drawing/2014/main" id="{8AF567AA-1CA5-2CE5-C1F9-DDCF281A702E}"/>
              </a:ext>
            </a:extLst>
          </p:cNvPr>
          <p:cNvSpPr txBox="1"/>
          <p:nvPr/>
        </p:nvSpPr>
        <p:spPr>
          <a:xfrm>
            <a:off x="1371598" y="4727643"/>
            <a:ext cx="9496427" cy="1727969"/>
          </a:xfrm>
          <a:prstGeom prst="rect">
            <a:avLst/>
          </a:prstGeom>
        </p:spPr>
        <p:txBody>
          <a:bodyPr vert="horz" lIns="91440" tIns="45720" rIns="91440" bIns="45720" rtlCol="0">
            <a:normAutofit fontScale="92500" lnSpcReduction="20000"/>
          </a:bodyPr>
          <a:lstStyle/>
          <a:p>
            <a:pPr>
              <a:lnSpc>
                <a:spcPct val="90000"/>
              </a:lnSpc>
              <a:spcAft>
                <a:spcPts val="600"/>
              </a:spcAft>
            </a:pPr>
            <a:r>
              <a:rPr lang="en-US" dirty="0" err="1"/>
              <a:t>Flujo</a:t>
            </a:r>
            <a:r>
              <a:rPr lang="en-US" dirty="0"/>
              <a:t>:</a:t>
            </a:r>
          </a:p>
          <a:p>
            <a:pPr marL="285750" indent="-228600">
              <a:lnSpc>
                <a:spcPct val="90000"/>
              </a:lnSpc>
              <a:spcAft>
                <a:spcPts val="600"/>
              </a:spcAft>
              <a:buFont typeface="Arial" panose="020B0604020202020204" pitchFamily="34" charset="0"/>
              <a:buChar char="•"/>
            </a:pPr>
            <a:r>
              <a:rPr lang="en-US" dirty="0" err="1"/>
              <a:t>Rellenar</a:t>
            </a:r>
            <a:r>
              <a:rPr lang="en-US" dirty="0"/>
              <a:t> con 0 </a:t>
            </a:r>
            <a:r>
              <a:rPr lang="en-US" dirty="0" err="1"/>
              <a:t>valores</a:t>
            </a:r>
            <a:r>
              <a:rPr lang="en-US" dirty="0"/>
              <a:t> de </a:t>
            </a:r>
            <a:r>
              <a:rPr lang="en-US" dirty="0" err="1"/>
              <a:t>una</a:t>
            </a:r>
            <a:r>
              <a:rPr lang="en-US" dirty="0"/>
              <a:t> </a:t>
            </a:r>
            <a:r>
              <a:rPr lang="en-US" dirty="0" err="1"/>
              <a:t>columna</a:t>
            </a:r>
            <a:r>
              <a:rPr lang="en-US" dirty="0"/>
              <a:t> </a:t>
            </a:r>
            <a:r>
              <a:rPr lang="en-US" dirty="0" err="1"/>
              <a:t>que</a:t>
            </a:r>
            <a:r>
              <a:rPr lang="en-US" dirty="0"/>
              <a:t> no me </a:t>
            </a:r>
            <a:r>
              <a:rPr lang="en-US" dirty="0" err="1"/>
              <a:t>aportaba</a:t>
            </a:r>
            <a:r>
              <a:rPr lang="en-US" dirty="0"/>
              <a:t> nada</a:t>
            </a:r>
          </a:p>
          <a:p>
            <a:pPr marL="285750" indent="-228600">
              <a:lnSpc>
                <a:spcPct val="90000"/>
              </a:lnSpc>
              <a:spcAft>
                <a:spcPts val="600"/>
              </a:spcAft>
              <a:buFont typeface="Arial" panose="020B0604020202020204" pitchFamily="34" charset="0"/>
              <a:buChar char="•"/>
            </a:pPr>
            <a:r>
              <a:rPr lang="en-US" dirty="0"/>
              <a:t>Label encoding </a:t>
            </a:r>
            <a:r>
              <a:rPr lang="en-US" dirty="0" err="1"/>
              <a:t>sobre</a:t>
            </a:r>
            <a:r>
              <a:rPr lang="en-US" dirty="0"/>
              <a:t> </a:t>
            </a:r>
            <a:r>
              <a:rPr lang="en-US" dirty="0" err="1"/>
              <a:t>objetos</a:t>
            </a:r>
            <a:r>
              <a:rPr lang="en-US" dirty="0"/>
              <a:t> (Ticker y </a:t>
            </a:r>
            <a:r>
              <a:rPr lang="en-US" dirty="0" err="1"/>
              <a:t>nombre_holding</a:t>
            </a:r>
            <a:r>
              <a:rPr lang="en-US" dirty="0"/>
              <a:t>)</a:t>
            </a:r>
          </a:p>
          <a:p>
            <a:pPr marL="285750" indent="-228600">
              <a:lnSpc>
                <a:spcPct val="90000"/>
              </a:lnSpc>
              <a:spcAft>
                <a:spcPts val="600"/>
              </a:spcAft>
              <a:buFont typeface="Arial" panose="020B0604020202020204" pitchFamily="34" charset="0"/>
              <a:buChar char="•"/>
            </a:pPr>
            <a:r>
              <a:rPr lang="en-US" dirty="0"/>
              <a:t>SMOTE</a:t>
            </a:r>
          </a:p>
          <a:p>
            <a:pPr marL="285750" indent="-228600">
              <a:lnSpc>
                <a:spcPct val="90000"/>
              </a:lnSpc>
              <a:spcAft>
                <a:spcPts val="600"/>
              </a:spcAft>
              <a:buFont typeface="Arial" panose="020B0604020202020204" pitchFamily="34" charset="0"/>
              <a:buChar char="•"/>
            </a:pPr>
            <a:r>
              <a:rPr lang="en-US" dirty="0" err="1"/>
              <a:t>Validación</a:t>
            </a:r>
            <a:r>
              <a:rPr lang="en-US" dirty="0"/>
              <a:t> </a:t>
            </a:r>
            <a:r>
              <a:rPr lang="en-US" dirty="0" err="1"/>
              <a:t>por</a:t>
            </a:r>
            <a:r>
              <a:rPr lang="en-US" dirty="0"/>
              <a:t> series de </a:t>
            </a:r>
            <a:r>
              <a:rPr lang="en-US" dirty="0" err="1"/>
              <a:t>tiempo</a:t>
            </a:r>
            <a:r>
              <a:rPr lang="en-US" dirty="0"/>
              <a:t> </a:t>
            </a:r>
            <a:r>
              <a:rPr lang="en-US" dirty="0" err="1"/>
              <a:t>trimestrales</a:t>
            </a:r>
            <a:r>
              <a:rPr lang="en-US" dirty="0"/>
              <a:t> (Time Series Split)</a:t>
            </a:r>
          </a:p>
          <a:p>
            <a:pPr marL="285750" indent="-228600">
              <a:lnSpc>
                <a:spcPct val="90000"/>
              </a:lnSpc>
              <a:spcAft>
                <a:spcPts val="600"/>
              </a:spcAft>
              <a:buFont typeface="Arial" panose="020B0604020202020204" pitchFamily="34" charset="0"/>
              <a:buChar char="•"/>
            </a:pPr>
            <a:r>
              <a:rPr lang="en-US" dirty="0"/>
              <a:t>Random Forest y </a:t>
            </a:r>
            <a:r>
              <a:rPr lang="en-US" dirty="0" err="1"/>
              <a:t>XGBoost</a:t>
            </a:r>
            <a:endParaRPr lang="en-US" dirty="0"/>
          </a:p>
          <a:p>
            <a:pPr marL="285750" indent="-228600">
              <a:lnSpc>
                <a:spcPct val="90000"/>
              </a:lnSpc>
              <a:spcAft>
                <a:spcPts val="600"/>
              </a:spcAft>
              <a:buFont typeface="Arial" panose="020B0604020202020204" pitchFamily="34" charset="0"/>
              <a:buChar char="•"/>
            </a:pPr>
            <a:endParaRPr lang="en-US" sz="1000" dirty="0"/>
          </a:p>
        </p:txBody>
      </p:sp>
    </p:spTree>
    <p:extLst>
      <p:ext uri="{BB962C8B-B14F-4D97-AF65-F5344CB8AC3E}">
        <p14:creationId xmlns:p14="http://schemas.microsoft.com/office/powerpoint/2010/main" val="3603796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1EA4B-AF20-9820-4322-257A734B8997}"/>
              </a:ext>
            </a:extLst>
          </p:cNvPr>
          <p:cNvSpPr>
            <a:spLocks noGrp="1"/>
          </p:cNvSpPr>
          <p:nvPr>
            <p:ph type="title"/>
          </p:nvPr>
        </p:nvSpPr>
        <p:spPr>
          <a:xfrm>
            <a:off x="699715" y="288404"/>
            <a:ext cx="7170656" cy="977442"/>
          </a:xfrm>
        </p:spPr>
        <p:txBody>
          <a:bodyPr vert="horz" lIns="91440" tIns="45720" rIns="91440" bIns="45720" rtlCol="0" anchor="ctr">
            <a:normAutofit/>
          </a:bodyPr>
          <a:lstStyle/>
          <a:p>
            <a:r>
              <a:rPr lang="en-US" sz="4000">
                <a:solidFill>
                  <a:srgbClr val="FFFFFF"/>
                </a:solidFill>
              </a:rPr>
              <a:t>Resultados – versión 1</a:t>
            </a:r>
          </a:p>
        </p:txBody>
      </p:sp>
      <p:pic>
        <p:nvPicPr>
          <p:cNvPr id="13" name="Picture 12">
            <a:extLst>
              <a:ext uri="{FF2B5EF4-FFF2-40B4-BE49-F238E27FC236}">
                <a16:creationId xmlns:a16="http://schemas.microsoft.com/office/drawing/2014/main" id="{7CB819C1-E4CC-004F-A3BB-E71613C1C85A}"/>
              </a:ext>
            </a:extLst>
          </p:cNvPr>
          <p:cNvPicPr>
            <a:picLocks noChangeAspect="1"/>
          </p:cNvPicPr>
          <p:nvPr/>
        </p:nvPicPr>
        <p:blipFill>
          <a:blip r:embed="rId2"/>
          <a:stretch>
            <a:fillRect/>
          </a:stretch>
        </p:blipFill>
        <p:spPr>
          <a:xfrm>
            <a:off x="421715" y="2635547"/>
            <a:ext cx="5945719" cy="4221461"/>
          </a:xfrm>
          <a:prstGeom prst="rect">
            <a:avLst/>
          </a:prstGeom>
        </p:spPr>
      </p:pic>
      <p:pic>
        <p:nvPicPr>
          <p:cNvPr id="5" name="Content Placeholder 4">
            <a:extLst>
              <a:ext uri="{FF2B5EF4-FFF2-40B4-BE49-F238E27FC236}">
                <a16:creationId xmlns:a16="http://schemas.microsoft.com/office/drawing/2014/main" id="{155E31C2-9A01-5905-AF27-7E26EB226FA3}"/>
              </a:ext>
            </a:extLst>
          </p:cNvPr>
          <p:cNvPicPr>
            <a:picLocks noGrp="1" noChangeAspect="1"/>
          </p:cNvPicPr>
          <p:nvPr>
            <p:ph idx="1"/>
          </p:nvPr>
        </p:nvPicPr>
        <p:blipFill>
          <a:blip r:embed="rId3"/>
          <a:stretch>
            <a:fillRect/>
          </a:stretch>
        </p:blipFill>
        <p:spPr>
          <a:xfrm>
            <a:off x="6367434" y="2636539"/>
            <a:ext cx="5824566" cy="4221461"/>
          </a:xfrm>
          <a:prstGeom prst="rect">
            <a:avLst/>
          </a:prstGeom>
        </p:spPr>
      </p:pic>
      <p:pic>
        <p:nvPicPr>
          <p:cNvPr id="11" name="Picture 10">
            <a:extLst>
              <a:ext uri="{FF2B5EF4-FFF2-40B4-BE49-F238E27FC236}">
                <a16:creationId xmlns:a16="http://schemas.microsoft.com/office/drawing/2014/main" id="{1CED01E9-C59F-5FAF-D759-0A84D5C34B62}"/>
              </a:ext>
            </a:extLst>
          </p:cNvPr>
          <p:cNvPicPr>
            <a:picLocks noChangeAspect="1"/>
          </p:cNvPicPr>
          <p:nvPr/>
        </p:nvPicPr>
        <p:blipFill>
          <a:blip r:embed="rId4"/>
          <a:stretch>
            <a:fillRect/>
          </a:stretch>
        </p:blipFill>
        <p:spPr>
          <a:xfrm>
            <a:off x="4072126" y="1670591"/>
            <a:ext cx="4765216" cy="964956"/>
          </a:xfrm>
          <a:prstGeom prst="rect">
            <a:avLst/>
          </a:prstGeom>
        </p:spPr>
      </p:pic>
    </p:spTree>
    <p:extLst>
      <p:ext uri="{BB962C8B-B14F-4D97-AF65-F5344CB8AC3E}">
        <p14:creationId xmlns:p14="http://schemas.microsoft.com/office/powerpoint/2010/main" val="1968773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7D57BE-5B82-8482-95CA-A87B2E767C1E}"/>
              </a:ext>
            </a:extLst>
          </p:cNvPr>
          <p:cNvSpPr>
            <a:spLocks noGrp="1"/>
          </p:cNvSpPr>
          <p:nvPr>
            <p:ph type="title"/>
          </p:nvPr>
        </p:nvSpPr>
        <p:spPr>
          <a:xfrm>
            <a:off x="699715" y="288404"/>
            <a:ext cx="7170656" cy="977442"/>
          </a:xfrm>
        </p:spPr>
        <p:txBody>
          <a:bodyPr vert="horz" lIns="91440" tIns="45720" rIns="91440" bIns="45720" rtlCol="0" anchor="ctr">
            <a:normAutofit/>
          </a:bodyPr>
          <a:lstStyle/>
          <a:p>
            <a:r>
              <a:rPr lang="en-US" sz="4000">
                <a:solidFill>
                  <a:srgbClr val="FFFFFF"/>
                </a:solidFill>
              </a:rPr>
              <a:t>Resultados – versión 1</a:t>
            </a:r>
          </a:p>
        </p:txBody>
      </p:sp>
      <p:pic>
        <p:nvPicPr>
          <p:cNvPr id="9" name="Picture 8">
            <a:extLst>
              <a:ext uri="{FF2B5EF4-FFF2-40B4-BE49-F238E27FC236}">
                <a16:creationId xmlns:a16="http://schemas.microsoft.com/office/drawing/2014/main" id="{F86A584D-9754-3156-EB22-625F79374FB9}"/>
              </a:ext>
            </a:extLst>
          </p:cNvPr>
          <p:cNvPicPr>
            <a:picLocks noChangeAspect="1"/>
          </p:cNvPicPr>
          <p:nvPr/>
        </p:nvPicPr>
        <p:blipFill>
          <a:blip r:embed="rId2"/>
          <a:stretch>
            <a:fillRect/>
          </a:stretch>
        </p:blipFill>
        <p:spPr>
          <a:xfrm>
            <a:off x="699715" y="2838203"/>
            <a:ext cx="5332877" cy="3786343"/>
          </a:xfrm>
          <a:prstGeom prst="rect">
            <a:avLst/>
          </a:prstGeom>
        </p:spPr>
      </p:pic>
      <p:pic>
        <p:nvPicPr>
          <p:cNvPr id="7" name="Content Placeholder 6">
            <a:extLst>
              <a:ext uri="{FF2B5EF4-FFF2-40B4-BE49-F238E27FC236}">
                <a16:creationId xmlns:a16="http://schemas.microsoft.com/office/drawing/2014/main" id="{6047F617-F407-DDCD-ADA7-1458A2D58F88}"/>
              </a:ext>
            </a:extLst>
          </p:cNvPr>
          <p:cNvPicPr>
            <a:picLocks noGrp="1" noChangeAspect="1"/>
          </p:cNvPicPr>
          <p:nvPr>
            <p:ph idx="1"/>
          </p:nvPr>
        </p:nvPicPr>
        <p:blipFill>
          <a:blip r:embed="rId3"/>
          <a:stretch>
            <a:fillRect/>
          </a:stretch>
        </p:blipFill>
        <p:spPr>
          <a:xfrm>
            <a:off x="6192217" y="2838203"/>
            <a:ext cx="5332877" cy="3786343"/>
          </a:xfrm>
          <a:prstGeom prst="rect">
            <a:avLst/>
          </a:prstGeom>
        </p:spPr>
      </p:pic>
      <p:pic>
        <p:nvPicPr>
          <p:cNvPr id="6" name="Picture 5">
            <a:extLst>
              <a:ext uri="{FF2B5EF4-FFF2-40B4-BE49-F238E27FC236}">
                <a16:creationId xmlns:a16="http://schemas.microsoft.com/office/drawing/2014/main" id="{D7B7A96A-37BC-D1F5-F9BE-86623D453877}"/>
              </a:ext>
            </a:extLst>
          </p:cNvPr>
          <p:cNvPicPr>
            <a:picLocks noChangeAspect="1"/>
          </p:cNvPicPr>
          <p:nvPr/>
        </p:nvPicPr>
        <p:blipFill>
          <a:blip r:embed="rId4"/>
          <a:stretch>
            <a:fillRect/>
          </a:stretch>
        </p:blipFill>
        <p:spPr>
          <a:xfrm>
            <a:off x="3036952" y="1661243"/>
            <a:ext cx="6910481" cy="1091673"/>
          </a:xfrm>
          <a:prstGeom prst="rect">
            <a:avLst/>
          </a:prstGeom>
        </p:spPr>
      </p:pic>
    </p:spTree>
    <p:extLst>
      <p:ext uri="{BB962C8B-B14F-4D97-AF65-F5344CB8AC3E}">
        <p14:creationId xmlns:p14="http://schemas.microsoft.com/office/powerpoint/2010/main" val="4162169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1E4730-B69D-E1A8-0BD4-09B7C0A67C65}"/>
              </a:ext>
            </a:extLst>
          </p:cNvPr>
          <p:cNvSpPr>
            <a:spLocks noGrp="1"/>
          </p:cNvSpPr>
          <p:nvPr>
            <p:ph type="title"/>
          </p:nvPr>
        </p:nvSpPr>
        <p:spPr>
          <a:xfrm>
            <a:off x="1371599" y="294538"/>
            <a:ext cx="9895951" cy="1033669"/>
          </a:xfrm>
        </p:spPr>
        <p:txBody>
          <a:bodyPr>
            <a:normAutofit/>
          </a:bodyPr>
          <a:lstStyle/>
          <a:p>
            <a:r>
              <a:rPr lang="es-EC" sz="4000">
                <a:solidFill>
                  <a:srgbClr val="FFFFFF"/>
                </a:solidFill>
              </a:rPr>
              <a:t>Balanceo y modelado – versión 2</a:t>
            </a:r>
            <a:endParaRPr lang="en-US" sz="4000">
              <a:solidFill>
                <a:srgbClr val="FFFFFF"/>
              </a:solidFill>
            </a:endParaRPr>
          </a:p>
        </p:txBody>
      </p:sp>
      <p:sp>
        <p:nvSpPr>
          <p:cNvPr id="17" name="Content Placeholder 2">
            <a:extLst>
              <a:ext uri="{FF2B5EF4-FFF2-40B4-BE49-F238E27FC236}">
                <a16:creationId xmlns:a16="http://schemas.microsoft.com/office/drawing/2014/main" id="{3CDAA73B-A226-7258-3296-08DE30AB5782}"/>
              </a:ext>
            </a:extLst>
          </p:cNvPr>
          <p:cNvSpPr>
            <a:spLocks noGrp="1"/>
          </p:cNvSpPr>
          <p:nvPr>
            <p:ph idx="1"/>
          </p:nvPr>
        </p:nvSpPr>
        <p:spPr>
          <a:xfrm>
            <a:off x="1371599" y="2318197"/>
            <a:ext cx="9724031" cy="3683358"/>
          </a:xfrm>
        </p:spPr>
        <p:txBody>
          <a:bodyPr anchor="ctr">
            <a:normAutofit/>
          </a:bodyPr>
          <a:lstStyle/>
          <a:p>
            <a:pPr marL="0" indent="0">
              <a:buNone/>
            </a:pPr>
            <a:r>
              <a:rPr lang="es-EC" sz="2000" dirty="0"/>
              <a:t>Flujo:</a:t>
            </a:r>
          </a:p>
          <a:p>
            <a:r>
              <a:rPr lang="es-EC" sz="2000" dirty="0"/>
              <a:t>Ridge (L2) para exploración</a:t>
            </a:r>
          </a:p>
          <a:p>
            <a:r>
              <a:rPr lang="es-EC" sz="2000" dirty="0"/>
              <a:t>OHE (</a:t>
            </a:r>
            <a:r>
              <a:rPr lang="es-EC" sz="2000" dirty="0" err="1"/>
              <a:t>Ticker</a:t>
            </a:r>
            <a:r>
              <a:rPr lang="es-EC" sz="2000" dirty="0"/>
              <a:t> y </a:t>
            </a:r>
            <a:r>
              <a:rPr lang="es-EC" sz="2000" dirty="0" err="1"/>
              <a:t>nombre_holding</a:t>
            </a:r>
            <a:r>
              <a:rPr lang="es-EC" sz="2000" dirty="0"/>
              <a:t>)</a:t>
            </a:r>
          </a:p>
          <a:p>
            <a:r>
              <a:rPr lang="es-EC" sz="2000" dirty="0" err="1"/>
              <a:t>Encoding</a:t>
            </a:r>
            <a:r>
              <a:rPr lang="es-EC" sz="2000" dirty="0"/>
              <a:t> cíclico (</a:t>
            </a:r>
            <a:r>
              <a:rPr lang="es-EC" sz="2000" dirty="0" err="1"/>
              <a:t>quarter</a:t>
            </a:r>
            <a:r>
              <a:rPr lang="es-EC" sz="2000" dirty="0"/>
              <a:t> – </a:t>
            </a:r>
            <a:r>
              <a:rPr lang="es-EC" sz="2000" dirty="0" err="1"/>
              <a:t>year</a:t>
            </a:r>
            <a:r>
              <a:rPr lang="es-EC" sz="2000" dirty="0"/>
              <a:t>)</a:t>
            </a:r>
          </a:p>
          <a:p>
            <a:r>
              <a:rPr lang="es-EC" sz="2000" dirty="0"/>
              <a:t>Log </a:t>
            </a:r>
            <a:r>
              <a:rPr lang="es-EC" sz="2000" dirty="0" err="1"/>
              <a:t>Reg</a:t>
            </a:r>
            <a:r>
              <a:rPr lang="es-EC" sz="2000" dirty="0"/>
              <a:t>, Random Forest, </a:t>
            </a:r>
            <a:r>
              <a:rPr lang="es-EC" sz="2000" dirty="0" err="1"/>
              <a:t>XGBoost</a:t>
            </a:r>
            <a:r>
              <a:rPr lang="es-EC" sz="2000" dirty="0"/>
              <a:t> (buscar mejor umbral)</a:t>
            </a:r>
          </a:p>
          <a:p>
            <a:r>
              <a:rPr lang="es-EC" sz="2000" dirty="0"/>
              <a:t>Validación en series de tiempo (Time Series Split)</a:t>
            </a:r>
          </a:p>
          <a:p>
            <a:r>
              <a:rPr lang="es-EC" sz="2000" dirty="0"/>
              <a:t>Ajustar pesos para entrenamiento sin aplicar técnicas de balanceo</a:t>
            </a:r>
          </a:p>
          <a:p>
            <a:endParaRPr lang="es-EC" sz="2000" dirty="0"/>
          </a:p>
          <a:p>
            <a:endParaRPr lang="es-EC" sz="2000" dirty="0"/>
          </a:p>
          <a:p>
            <a:endParaRPr lang="en-US" sz="2000" dirty="0"/>
          </a:p>
        </p:txBody>
      </p:sp>
    </p:spTree>
    <p:extLst>
      <p:ext uri="{BB962C8B-B14F-4D97-AF65-F5344CB8AC3E}">
        <p14:creationId xmlns:p14="http://schemas.microsoft.com/office/powerpoint/2010/main" val="66182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0532B1-7622-4602-B898-5C84C974A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EBC75B0-D5AF-40AB-915B-EBC590D746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0D16B3C-0901-4FFD-9DBF-5BC78ABC0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369" y="0"/>
            <a:ext cx="773448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D49CA2C-9593-4085-9ED2-049819E74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23000">
                <a:schemeClr val="accent1">
                  <a:alpha val="0"/>
                </a:schemeClr>
              </a:gs>
              <a:gs pos="99000">
                <a:schemeClr val="accent1">
                  <a:lumMod val="50000"/>
                  <a:alpha val="72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E4B96C2-FC20-9B74-8956-F72E5FEB0238}"/>
              </a:ext>
            </a:extLst>
          </p:cNvPr>
          <p:cNvSpPr>
            <a:spLocks noGrp="1"/>
          </p:cNvSpPr>
          <p:nvPr>
            <p:ph type="title"/>
          </p:nvPr>
        </p:nvSpPr>
        <p:spPr>
          <a:xfrm>
            <a:off x="1371598" y="302699"/>
            <a:ext cx="10030023" cy="991080"/>
          </a:xfrm>
        </p:spPr>
        <p:txBody>
          <a:bodyPr anchor="ctr">
            <a:normAutofit/>
          </a:bodyPr>
          <a:lstStyle/>
          <a:p>
            <a:r>
              <a:rPr lang="es-EC" sz="4000">
                <a:solidFill>
                  <a:srgbClr val="FFFFFF"/>
                </a:solidFill>
              </a:rPr>
              <a:t>Exploración L2</a:t>
            </a:r>
            <a:endParaRPr lang="en-US" sz="4000">
              <a:solidFill>
                <a:srgbClr val="FFFFFF"/>
              </a:solidFill>
            </a:endParaRPr>
          </a:p>
        </p:txBody>
      </p:sp>
      <p:pic>
        <p:nvPicPr>
          <p:cNvPr id="5" name="Picture 4">
            <a:extLst>
              <a:ext uri="{FF2B5EF4-FFF2-40B4-BE49-F238E27FC236}">
                <a16:creationId xmlns:a16="http://schemas.microsoft.com/office/drawing/2014/main" id="{389490D0-FED9-93F7-5E83-E033163B2541}"/>
              </a:ext>
            </a:extLst>
          </p:cNvPr>
          <p:cNvPicPr>
            <a:picLocks noChangeAspect="1"/>
          </p:cNvPicPr>
          <p:nvPr/>
        </p:nvPicPr>
        <p:blipFill>
          <a:blip r:embed="rId2"/>
          <a:stretch>
            <a:fillRect/>
          </a:stretch>
        </p:blipFill>
        <p:spPr>
          <a:xfrm>
            <a:off x="1005094" y="2563763"/>
            <a:ext cx="4663117" cy="4080228"/>
          </a:xfrm>
          <a:prstGeom prst="rect">
            <a:avLst/>
          </a:prstGeom>
        </p:spPr>
      </p:pic>
      <p:pic>
        <p:nvPicPr>
          <p:cNvPr id="13" name="Picture 12">
            <a:extLst>
              <a:ext uri="{FF2B5EF4-FFF2-40B4-BE49-F238E27FC236}">
                <a16:creationId xmlns:a16="http://schemas.microsoft.com/office/drawing/2014/main" id="{98A8578B-5155-3577-D6AB-FCBC4FA84F54}"/>
              </a:ext>
            </a:extLst>
          </p:cNvPr>
          <p:cNvPicPr>
            <a:picLocks noChangeAspect="1"/>
          </p:cNvPicPr>
          <p:nvPr/>
        </p:nvPicPr>
        <p:blipFill>
          <a:blip r:embed="rId3"/>
          <a:stretch>
            <a:fillRect/>
          </a:stretch>
        </p:blipFill>
        <p:spPr>
          <a:xfrm>
            <a:off x="6368149" y="2563763"/>
            <a:ext cx="4827252" cy="4080228"/>
          </a:xfrm>
          <a:prstGeom prst="rect">
            <a:avLst/>
          </a:prstGeom>
        </p:spPr>
      </p:pic>
      <p:pic>
        <p:nvPicPr>
          <p:cNvPr id="15" name="Picture 14">
            <a:extLst>
              <a:ext uri="{FF2B5EF4-FFF2-40B4-BE49-F238E27FC236}">
                <a16:creationId xmlns:a16="http://schemas.microsoft.com/office/drawing/2014/main" id="{AA55DAFA-F06D-00F2-9690-C837606402B6}"/>
              </a:ext>
            </a:extLst>
          </p:cNvPr>
          <p:cNvPicPr>
            <a:picLocks noChangeAspect="1"/>
          </p:cNvPicPr>
          <p:nvPr/>
        </p:nvPicPr>
        <p:blipFill>
          <a:blip r:embed="rId4"/>
          <a:stretch>
            <a:fillRect/>
          </a:stretch>
        </p:blipFill>
        <p:spPr>
          <a:xfrm>
            <a:off x="1005094" y="1633158"/>
            <a:ext cx="4710647" cy="816200"/>
          </a:xfrm>
          <a:prstGeom prst="rect">
            <a:avLst/>
          </a:prstGeom>
        </p:spPr>
      </p:pic>
      <p:pic>
        <p:nvPicPr>
          <p:cNvPr id="9" name="Content Placeholder 8">
            <a:extLst>
              <a:ext uri="{FF2B5EF4-FFF2-40B4-BE49-F238E27FC236}">
                <a16:creationId xmlns:a16="http://schemas.microsoft.com/office/drawing/2014/main" id="{21D2578A-18D3-0C39-74BD-8252189BCA47}"/>
              </a:ext>
            </a:extLst>
          </p:cNvPr>
          <p:cNvPicPr>
            <a:picLocks noChangeAspect="1"/>
          </p:cNvPicPr>
          <p:nvPr/>
        </p:nvPicPr>
        <p:blipFill>
          <a:blip r:embed="rId5"/>
          <a:stretch>
            <a:fillRect/>
          </a:stretch>
        </p:blipFill>
        <p:spPr>
          <a:xfrm>
            <a:off x="6359655" y="1633158"/>
            <a:ext cx="4827251" cy="816200"/>
          </a:xfrm>
          <a:prstGeom prst="rect">
            <a:avLst/>
          </a:prstGeom>
        </p:spPr>
      </p:pic>
    </p:spTree>
    <p:extLst>
      <p:ext uri="{BB962C8B-B14F-4D97-AF65-F5344CB8AC3E}">
        <p14:creationId xmlns:p14="http://schemas.microsoft.com/office/powerpoint/2010/main" val="2275688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97C9AD-E90B-AF2C-BF17-F0D54AD8815B}"/>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Exploración L2</a:t>
            </a:r>
          </a:p>
        </p:txBody>
      </p:sp>
      <p:pic>
        <p:nvPicPr>
          <p:cNvPr id="5" name="Content Placeholder 4">
            <a:extLst>
              <a:ext uri="{FF2B5EF4-FFF2-40B4-BE49-F238E27FC236}">
                <a16:creationId xmlns:a16="http://schemas.microsoft.com/office/drawing/2014/main" id="{EA257C5C-D356-2222-A123-BF0F91D06530}"/>
              </a:ext>
            </a:extLst>
          </p:cNvPr>
          <p:cNvPicPr>
            <a:picLocks noGrp="1" noChangeAspect="1"/>
          </p:cNvPicPr>
          <p:nvPr>
            <p:ph idx="1"/>
          </p:nvPr>
        </p:nvPicPr>
        <p:blipFill>
          <a:blip r:embed="rId2"/>
          <a:stretch>
            <a:fillRect/>
          </a:stretch>
        </p:blipFill>
        <p:spPr>
          <a:xfrm>
            <a:off x="699714" y="2344997"/>
            <a:ext cx="10536664" cy="1448790"/>
          </a:xfrm>
          <a:prstGeom prst="rect">
            <a:avLst/>
          </a:prstGeom>
        </p:spPr>
      </p:pic>
      <p:pic>
        <p:nvPicPr>
          <p:cNvPr id="7" name="Picture 6">
            <a:extLst>
              <a:ext uri="{FF2B5EF4-FFF2-40B4-BE49-F238E27FC236}">
                <a16:creationId xmlns:a16="http://schemas.microsoft.com/office/drawing/2014/main" id="{85A55966-B7F5-4D20-F0A4-BDAFDF653E7B}"/>
              </a:ext>
            </a:extLst>
          </p:cNvPr>
          <p:cNvPicPr>
            <a:picLocks noChangeAspect="1"/>
          </p:cNvPicPr>
          <p:nvPr/>
        </p:nvPicPr>
        <p:blipFill>
          <a:blip r:embed="rId3"/>
          <a:stretch>
            <a:fillRect/>
          </a:stretch>
        </p:blipFill>
        <p:spPr>
          <a:xfrm>
            <a:off x="699714" y="4344365"/>
            <a:ext cx="10536664" cy="1633180"/>
          </a:xfrm>
          <a:prstGeom prst="rect">
            <a:avLst/>
          </a:prstGeom>
        </p:spPr>
      </p:pic>
      <p:sp>
        <p:nvSpPr>
          <p:cNvPr id="3" name="TextBox 2">
            <a:extLst>
              <a:ext uri="{FF2B5EF4-FFF2-40B4-BE49-F238E27FC236}">
                <a16:creationId xmlns:a16="http://schemas.microsoft.com/office/drawing/2014/main" id="{55376671-81D3-8F00-FFD9-3B079CB059C5}"/>
              </a:ext>
            </a:extLst>
          </p:cNvPr>
          <p:cNvSpPr txBox="1"/>
          <p:nvPr/>
        </p:nvSpPr>
        <p:spPr>
          <a:xfrm>
            <a:off x="699714" y="1848255"/>
            <a:ext cx="3125720" cy="369332"/>
          </a:xfrm>
          <a:prstGeom prst="rect">
            <a:avLst/>
          </a:prstGeom>
          <a:noFill/>
        </p:spPr>
        <p:txBody>
          <a:bodyPr wrap="square" rtlCol="0">
            <a:spAutoFit/>
          </a:bodyPr>
          <a:lstStyle/>
          <a:p>
            <a:r>
              <a:rPr lang="es-EC" dirty="0"/>
              <a:t>Sin estandarizar</a:t>
            </a:r>
            <a:endParaRPr lang="en-US" dirty="0"/>
          </a:p>
        </p:txBody>
      </p:sp>
      <p:sp>
        <p:nvSpPr>
          <p:cNvPr id="4" name="TextBox 3">
            <a:extLst>
              <a:ext uri="{FF2B5EF4-FFF2-40B4-BE49-F238E27FC236}">
                <a16:creationId xmlns:a16="http://schemas.microsoft.com/office/drawing/2014/main" id="{0CF57299-5001-BF78-9298-43594EF75704}"/>
              </a:ext>
            </a:extLst>
          </p:cNvPr>
          <p:cNvSpPr txBox="1"/>
          <p:nvPr/>
        </p:nvSpPr>
        <p:spPr>
          <a:xfrm>
            <a:off x="699714" y="3921828"/>
            <a:ext cx="3125720" cy="369332"/>
          </a:xfrm>
          <a:prstGeom prst="rect">
            <a:avLst/>
          </a:prstGeom>
          <a:noFill/>
        </p:spPr>
        <p:txBody>
          <a:bodyPr wrap="square" rtlCol="0">
            <a:spAutoFit/>
          </a:bodyPr>
          <a:lstStyle/>
          <a:p>
            <a:r>
              <a:rPr lang="es-EC" dirty="0"/>
              <a:t>Estandarizado</a:t>
            </a:r>
            <a:endParaRPr lang="en-US" dirty="0"/>
          </a:p>
        </p:txBody>
      </p:sp>
    </p:spTree>
    <p:extLst>
      <p:ext uri="{BB962C8B-B14F-4D97-AF65-F5344CB8AC3E}">
        <p14:creationId xmlns:p14="http://schemas.microsoft.com/office/powerpoint/2010/main" val="2997520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25F188-16D8-3647-79D8-220DD0768589}"/>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Resultados – versión 2</a:t>
            </a:r>
          </a:p>
        </p:txBody>
      </p:sp>
      <p:pic>
        <p:nvPicPr>
          <p:cNvPr id="7" name="Picture 6">
            <a:extLst>
              <a:ext uri="{FF2B5EF4-FFF2-40B4-BE49-F238E27FC236}">
                <a16:creationId xmlns:a16="http://schemas.microsoft.com/office/drawing/2014/main" id="{27A3C423-F992-781C-67A2-C8DDB50E352B}"/>
              </a:ext>
            </a:extLst>
          </p:cNvPr>
          <p:cNvPicPr>
            <a:picLocks noChangeAspect="1"/>
          </p:cNvPicPr>
          <p:nvPr/>
        </p:nvPicPr>
        <p:blipFill>
          <a:blip r:embed="rId2"/>
          <a:stretch>
            <a:fillRect/>
          </a:stretch>
        </p:blipFill>
        <p:spPr>
          <a:xfrm>
            <a:off x="3151084" y="1616287"/>
            <a:ext cx="5131088" cy="1088001"/>
          </a:xfrm>
          <a:prstGeom prst="rect">
            <a:avLst/>
          </a:prstGeom>
        </p:spPr>
      </p:pic>
      <p:pic>
        <p:nvPicPr>
          <p:cNvPr id="5" name="Content Placeholder 4">
            <a:extLst>
              <a:ext uri="{FF2B5EF4-FFF2-40B4-BE49-F238E27FC236}">
                <a16:creationId xmlns:a16="http://schemas.microsoft.com/office/drawing/2014/main" id="{EED6C19F-A3A1-0050-43B1-0F88B927B767}"/>
              </a:ext>
            </a:extLst>
          </p:cNvPr>
          <p:cNvPicPr>
            <a:picLocks noGrp="1" noChangeAspect="1"/>
          </p:cNvPicPr>
          <p:nvPr>
            <p:ph idx="1"/>
          </p:nvPr>
        </p:nvPicPr>
        <p:blipFill>
          <a:blip r:embed="rId3"/>
          <a:stretch>
            <a:fillRect/>
          </a:stretch>
        </p:blipFill>
        <p:spPr>
          <a:xfrm>
            <a:off x="1841272" y="2744128"/>
            <a:ext cx="8271746" cy="3763643"/>
          </a:xfrm>
          <a:prstGeom prst="rect">
            <a:avLst/>
          </a:prstGeom>
        </p:spPr>
      </p:pic>
    </p:spTree>
    <p:extLst>
      <p:ext uri="{BB962C8B-B14F-4D97-AF65-F5344CB8AC3E}">
        <p14:creationId xmlns:p14="http://schemas.microsoft.com/office/powerpoint/2010/main" val="3183258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9" name="Rectangle 18">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5B8E2D0-C5C2-5A8C-A1D3-585F743A03F5}"/>
              </a:ext>
            </a:extLst>
          </p:cNvPr>
          <p:cNvSpPr>
            <a:spLocks noGrp="1"/>
          </p:cNvSpPr>
          <p:nvPr>
            <p:ph type="title"/>
          </p:nvPr>
        </p:nvSpPr>
        <p:spPr>
          <a:xfrm>
            <a:off x="1371600" y="407695"/>
            <a:ext cx="9724030" cy="834251"/>
          </a:xfrm>
        </p:spPr>
        <p:txBody>
          <a:bodyPr anchor="ctr">
            <a:normAutofit/>
          </a:bodyPr>
          <a:lstStyle/>
          <a:p>
            <a:r>
              <a:rPr lang="es-EC" sz="4000">
                <a:solidFill>
                  <a:srgbClr val="FFFFFF"/>
                </a:solidFill>
              </a:rPr>
              <a:t>Resultados – versión 2</a:t>
            </a:r>
            <a:endParaRPr lang="en-US" sz="4000">
              <a:solidFill>
                <a:srgbClr val="FFFFFF"/>
              </a:solidFill>
            </a:endParaRPr>
          </a:p>
        </p:txBody>
      </p:sp>
      <p:pic>
        <p:nvPicPr>
          <p:cNvPr id="7" name="Picture 6">
            <a:extLst>
              <a:ext uri="{FF2B5EF4-FFF2-40B4-BE49-F238E27FC236}">
                <a16:creationId xmlns:a16="http://schemas.microsoft.com/office/drawing/2014/main" id="{19309994-F747-7624-2461-F60E64C2C57B}"/>
              </a:ext>
            </a:extLst>
          </p:cNvPr>
          <p:cNvPicPr>
            <a:picLocks noChangeAspect="1"/>
          </p:cNvPicPr>
          <p:nvPr/>
        </p:nvPicPr>
        <p:blipFill>
          <a:blip r:embed="rId2"/>
          <a:stretch>
            <a:fillRect/>
          </a:stretch>
        </p:blipFill>
        <p:spPr>
          <a:xfrm>
            <a:off x="2264952" y="4434342"/>
            <a:ext cx="7424386" cy="2315799"/>
          </a:xfrm>
          <a:prstGeom prst="rect">
            <a:avLst/>
          </a:prstGeom>
        </p:spPr>
      </p:pic>
      <p:pic>
        <p:nvPicPr>
          <p:cNvPr id="5" name="Content Placeholder 4">
            <a:extLst>
              <a:ext uri="{FF2B5EF4-FFF2-40B4-BE49-F238E27FC236}">
                <a16:creationId xmlns:a16="http://schemas.microsoft.com/office/drawing/2014/main" id="{F91D320F-C767-B3C3-93F8-0A802AFA907F}"/>
              </a:ext>
            </a:extLst>
          </p:cNvPr>
          <p:cNvPicPr>
            <a:picLocks noChangeAspect="1"/>
          </p:cNvPicPr>
          <p:nvPr/>
        </p:nvPicPr>
        <p:blipFill>
          <a:blip r:embed="rId3"/>
          <a:stretch>
            <a:fillRect/>
          </a:stretch>
        </p:blipFill>
        <p:spPr>
          <a:xfrm>
            <a:off x="2787863" y="2780876"/>
            <a:ext cx="5889209" cy="1590087"/>
          </a:xfrm>
          <a:prstGeom prst="rect">
            <a:avLst/>
          </a:prstGeom>
        </p:spPr>
      </p:pic>
      <p:pic>
        <p:nvPicPr>
          <p:cNvPr id="9" name="Picture 8">
            <a:extLst>
              <a:ext uri="{FF2B5EF4-FFF2-40B4-BE49-F238E27FC236}">
                <a16:creationId xmlns:a16="http://schemas.microsoft.com/office/drawing/2014/main" id="{65B22B98-A2AF-01AB-DB00-A4B5B168339D}"/>
              </a:ext>
            </a:extLst>
          </p:cNvPr>
          <p:cNvPicPr>
            <a:picLocks noChangeAspect="1"/>
          </p:cNvPicPr>
          <p:nvPr/>
        </p:nvPicPr>
        <p:blipFill>
          <a:blip r:embed="rId4"/>
          <a:stretch>
            <a:fillRect/>
          </a:stretch>
        </p:blipFill>
        <p:spPr>
          <a:xfrm>
            <a:off x="424043" y="1639826"/>
            <a:ext cx="11343914" cy="1077671"/>
          </a:xfrm>
          <a:prstGeom prst="rect">
            <a:avLst/>
          </a:prstGeom>
        </p:spPr>
      </p:pic>
    </p:spTree>
    <p:extLst>
      <p:ext uri="{BB962C8B-B14F-4D97-AF65-F5344CB8AC3E}">
        <p14:creationId xmlns:p14="http://schemas.microsoft.com/office/powerpoint/2010/main" val="3092025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629EB-38AB-3244-35D8-DF9873CD78DF}"/>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a:solidFill>
                  <a:srgbClr val="FFFFFF"/>
                </a:solidFill>
              </a:rPr>
              <a:t>Resultados – versión 2</a:t>
            </a:r>
          </a:p>
        </p:txBody>
      </p:sp>
      <p:pic>
        <p:nvPicPr>
          <p:cNvPr id="5" name="Content Placeholder 4">
            <a:extLst>
              <a:ext uri="{FF2B5EF4-FFF2-40B4-BE49-F238E27FC236}">
                <a16:creationId xmlns:a16="http://schemas.microsoft.com/office/drawing/2014/main" id="{C98C28EA-A833-9960-5328-FFC9FAE92CF4}"/>
              </a:ext>
            </a:extLst>
          </p:cNvPr>
          <p:cNvPicPr>
            <a:picLocks noGrp="1" noChangeAspect="1"/>
          </p:cNvPicPr>
          <p:nvPr>
            <p:ph idx="1"/>
          </p:nvPr>
        </p:nvPicPr>
        <p:blipFill>
          <a:blip r:embed="rId2"/>
          <a:stretch>
            <a:fillRect/>
          </a:stretch>
        </p:blipFill>
        <p:spPr>
          <a:xfrm>
            <a:off x="880826" y="2181426"/>
            <a:ext cx="4966009" cy="3997637"/>
          </a:xfrm>
          <a:prstGeom prst="rect">
            <a:avLst/>
          </a:prstGeom>
        </p:spPr>
      </p:pic>
      <p:pic>
        <p:nvPicPr>
          <p:cNvPr id="7" name="Picture 6">
            <a:extLst>
              <a:ext uri="{FF2B5EF4-FFF2-40B4-BE49-F238E27FC236}">
                <a16:creationId xmlns:a16="http://schemas.microsoft.com/office/drawing/2014/main" id="{8F460357-5A7B-9069-AE3D-AAF29315C468}"/>
              </a:ext>
            </a:extLst>
          </p:cNvPr>
          <p:cNvPicPr>
            <a:picLocks noChangeAspect="1"/>
          </p:cNvPicPr>
          <p:nvPr/>
        </p:nvPicPr>
        <p:blipFill>
          <a:blip r:embed="rId3"/>
          <a:stretch>
            <a:fillRect/>
          </a:stretch>
        </p:blipFill>
        <p:spPr>
          <a:xfrm>
            <a:off x="6345165" y="2217815"/>
            <a:ext cx="4966250" cy="3997831"/>
          </a:xfrm>
          <a:prstGeom prst="rect">
            <a:avLst/>
          </a:prstGeom>
        </p:spPr>
      </p:pic>
    </p:spTree>
    <p:extLst>
      <p:ext uri="{BB962C8B-B14F-4D97-AF65-F5344CB8AC3E}">
        <p14:creationId xmlns:p14="http://schemas.microsoft.com/office/powerpoint/2010/main" val="1761639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10757B-E917-5B16-0EB8-5906ED94F8D6}"/>
              </a:ext>
            </a:extLst>
          </p:cNvPr>
          <p:cNvSpPr>
            <a:spLocks noGrp="1"/>
          </p:cNvSpPr>
          <p:nvPr>
            <p:ph type="title"/>
          </p:nvPr>
        </p:nvSpPr>
        <p:spPr>
          <a:xfrm>
            <a:off x="1371599" y="294538"/>
            <a:ext cx="9895951" cy="1033669"/>
          </a:xfrm>
        </p:spPr>
        <p:txBody>
          <a:bodyPr>
            <a:normAutofit/>
          </a:bodyPr>
          <a:lstStyle/>
          <a:p>
            <a:r>
              <a:rPr lang="es-EC" sz="4000" dirty="0">
                <a:solidFill>
                  <a:srgbClr val="FFFFFF"/>
                </a:solidFill>
              </a:rPr>
              <a:t>Conclusiones y recomendaciones</a:t>
            </a:r>
            <a:endParaRPr lang="en-US" sz="4000" dirty="0">
              <a:solidFill>
                <a:srgbClr val="FFFFFF"/>
              </a:solidFill>
            </a:endParaRPr>
          </a:p>
        </p:txBody>
      </p:sp>
      <p:sp>
        <p:nvSpPr>
          <p:cNvPr id="3" name="Content Placeholder 2">
            <a:extLst>
              <a:ext uri="{FF2B5EF4-FFF2-40B4-BE49-F238E27FC236}">
                <a16:creationId xmlns:a16="http://schemas.microsoft.com/office/drawing/2014/main" id="{734BF665-0E85-4269-C290-EB03E26275DF}"/>
              </a:ext>
            </a:extLst>
          </p:cNvPr>
          <p:cNvSpPr>
            <a:spLocks noGrp="1"/>
          </p:cNvSpPr>
          <p:nvPr>
            <p:ph idx="1"/>
          </p:nvPr>
        </p:nvSpPr>
        <p:spPr>
          <a:xfrm>
            <a:off x="1371599" y="2318197"/>
            <a:ext cx="9724031" cy="3683358"/>
          </a:xfrm>
        </p:spPr>
        <p:txBody>
          <a:bodyPr anchor="ctr">
            <a:normAutofit/>
          </a:bodyPr>
          <a:lstStyle/>
          <a:p>
            <a:r>
              <a:rPr lang="es-EC" sz="2000" dirty="0"/>
              <a:t>Se obtuvo una mejor predicción con columnas de precio de cierre, </a:t>
            </a:r>
            <a:r>
              <a:rPr lang="es-EC" sz="2000" dirty="0" err="1"/>
              <a:t>encoding</a:t>
            </a:r>
            <a:r>
              <a:rPr lang="es-EC" sz="2000" dirty="0"/>
              <a:t> cíclico, OHE a columnas categóricas y optar por modelos que penalicen clases en lugar de balancear con datos sintéticos.</a:t>
            </a:r>
          </a:p>
          <a:p>
            <a:r>
              <a:rPr lang="es-EC" sz="2000" dirty="0" err="1"/>
              <a:t>XGBoost</a:t>
            </a:r>
            <a:r>
              <a:rPr lang="es-EC" sz="2000" dirty="0"/>
              <a:t> obtuvo las mejores métricas porque el </a:t>
            </a:r>
            <a:r>
              <a:rPr lang="es-EC" sz="2000" dirty="0" err="1"/>
              <a:t>dataset</a:t>
            </a:r>
            <a:r>
              <a:rPr lang="es-EC" sz="2000"/>
              <a:t> no es lineal.</a:t>
            </a:r>
            <a:endParaRPr lang="es-EC" sz="2000" dirty="0"/>
          </a:p>
          <a:p>
            <a:r>
              <a:rPr lang="es-EC" sz="2000" dirty="0"/>
              <a:t>En este caso es mejor no escalar debido a que sí importa las unidades debido a que se está tratando con cotizaciones de acciones e indicadores de los estados financieros.</a:t>
            </a:r>
          </a:p>
          <a:p>
            <a:r>
              <a:rPr lang="es-EC" sz="2000" dirty="0"/>
              <a:t>Se recomienda realizar la simulación dentro de una base más amplia de acciones para observar la rentabilidad al final de cada año. </a:t>
            </a:r>
          </a:p>
          <a:p>
            <a:endParaRPr lang="es-EC" sz="2000" dirty="0"/>
          </a:p>
          <a:p>
            <a:endParaRPr lang="es-EC" sz="2000" dirty="0"/>
          </a:p>
          <a:p>
            <a:endParaRPr lang="en-US" sz="2000" dirty="0"/>
          </a:p>
        </p:txBody>
      </p:sp>
    </p:spTree>
    <p:extLst>
      <p:ext uri="{BB962C8B-B14F-4D97-AF65-F5344CB8AC3E}">
        <p14:creationId xmlns:p14="http://schemas.microsoft.com/office/powerpoint/2010/main" val="4013903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364</Words>
  <Application>Microsoft Office PowerPoint</Application>
  <PresentationFormat>Widescreen</PresentationFormat>
  <Paragraphs>44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Desarrollo de un sistema de alerta de compra – venta de acciones en bolsa de valores</vt:lpstr>
      <vt:lpstr>Objetivo</vt:lpstr>
      <vt:lpstr>Origen y obtención de datos</vt:lpstr>
      <vt:lpstr>EDA</vt:lpstr>
      <vt:lpstr>EDA</vt:lpstr>
      <vt:lpstr>EDA</vt:lpstr>
      <vt:lpstr>EDA</vt:lpstr>
      <vt:lpstr>Balanceo y modelado – Versión 1</vt:lpstr>
      <vt:lpstr>Resultados – versión 1</vt:lpstr>
      <vt:lpstr>Resultados – versión 1</vt:lpstr>
      <vt:lpstr>Balanceo y modelado – versión 2</vt:lpstr>
      <vt:lpstr>Exploración L2</vt:lpstr>
      <vt:lpstr>Exploración L2</vt:lpstr>
      <vt:lpstr>Resultados – versión 2</vt:lpstr>
      <vt:lpstr>Resultados – versión 2</vt:lpstr>
      <vt:lpstr>Resultados – versión 2</vt:lpstr>
      <vt:lpstr>Conclusiones y 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Santiago Paúl Rodríguez Chico</dc:creator>
  <cp:lastModifiedBy>Santiago Paúl Rodríguez Chico</cp:lastModifiedBy>
  <cp:revision>1</cp:revision>
  <dcterms:created xsi:type="dcterms:W3CDTF">2025-10-18T04:01:46Z</dcterms:created>
  <dcterms:modified xsi:type="dcterms:W3CDTF">2025-10-18T14:07:50Z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7b10915-602c-481a-bdc7-238d429ea082_Enabled">
    <vt:lpwstr>true</vt:lpwstr>
  </property>
  <property fmtid="{D5CDD505-2E9C-101B-9397-08002B2CF9AE}" pid="3" name="MSIP_Label_f7b10915-602c-481a-bdc7-238d429ea082_SetDate">
    <vt:lpwstr>2025-10-18T04:32:09Z</vt:lpwstr>
  </property>
  <property fmtid="{D5CDD505-2E9C-101B-9397-08002B2CF9AE}" pid="4" name="MSIP_Label_f7b10915-602c-481a-bdc7-238d429ea082_Method">
    <vt:lpwstr>Standard</vt:lpwstr>
  </property>
  <property fmtid="{D5CDD505-2E9C-101B-9397-08002B2CF9AE}" pid="5" name="MSIP_Label_f7b10915-602c-481a-bdc7-238d429ea082_Name">
    <vt:lpwstr>defa4170-0d19-0005-0004-bc88714345d2</vt:lpwstr>
  </property>
  <property fmtid="{D5CDD505-2E9C-101B-9397-08002B2CF9AE}" pid="6" name="MSIP_Label_f7b10915-602c-481a-bdc7-238d429ea082_SiteId">
    <vt:lpwstr>9f119962-8c62-431c-a8ef-e7e0a42d11fc</vt:lpwstr>
  </property>
  <property fmtid="{D5CDD505-2E9C-101B-9397-08002B2CF9AE}" pid="7" name="MSIP_Label_f7b10915-602c-481a-bdc7-238d429ea082_ActionId">
    <vt:lpwstr>d009219a-edba-4dbb-8503-9f420203cfad</vt:lpwstr>
  </property>
  <property fmtid="{D5CDD505-2E9C-101B-9397-08002B2CF9AE}" pid="8" name="MSIP_Label_f7b10915-602c-481a-bdc7-238d429ea082_ContentBits">
    <vt:lpwstr>0</vt:lpwstr>
  </property>
  <property fmtid="{D5CDD505-2E9C-101B-9397-08002B2CF9AE}" pid="9" name="MSIP_Label_f7b10915-602c-481a-bdc7-238d429ea082_Tag">
    <vt:lpwstr>10, 3, 0, 1</vt:lpwstr>
  </property>
</Properties>
</file>